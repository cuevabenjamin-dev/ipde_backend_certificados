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38" r:id="rId2"/>
    <p:sldId id="339" r:id="rId3"/>
  </p:sldIdLst>
  <p:sldSz cx="6858000" cy="9906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3D3FA-2315-4EC3-B510-217BF57289AF}" v="14" dt="2026-03-05T19:02:52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90" y="-3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2:59.794" v="197"/>
      <pc:docMkLst>
        <pc:docMk/>
      </pc:docMkLst>
      <pc:sldChg chg="delSp modSp mod">
        <pc:chgData name="Benjamín de Jesús Cueva Niño de Guzmán" userId="56da303013910523" providerId="LiveId" clId="{532B7A48-8887-4F62-9537-0BA1FAE83637}" dt="2026-03-05T18:31:22.544" v="190" actId="1035"/>
        <pc:sldMkLst>
          <pc:docMk/>
          <pc:sldMk cId="3524957515" sldId="338"/>
        </pc:sldMkLst>
        <pc:spChg chg="del mod ord">
          <ac:chgData name="Benjamín de Jesús Cueva Niño de Guzmán" userId="56da303013910523" providerId="LiveId" clId="{532B7A48-8887-4F62-9537-0BA1FAE83637}" dt="2026-03-04T22:01:20.803" v="180" actId="478"/>
          <ac:spMkLst>
            <pc:docMk/>
            <pc:sldMk cId="3524957515" sldId="338"/>
            <ac:spMk id="2" creationId="{FEAA4293-5045-7AA5-190D-88DFB9E5E5EA}"/>
          </ac:spMkLst>
        </pc:spChg>
        <pc:spChg chg="mod">
          <ac:chgData name="Benjamín de Jesús Cueva Niño de Guzmán" userId="56da303013910523" providerId="LiveId" clId="{532B7A48-8887-4F62-9537-0BA1FAE83637}" dt="2026-03-02T06:13:54.134" v="2" actId="1035"/>
          <ac:spMkLst>
            <pc:docMk/>
            <pc:sldMk cId="3524957515" sldId="338"/>
            <ac:spMk id="15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2T06:14:00.367" v="10" actId="1035"/>
          <ac:spMkLst>
            <pc:docMk/>
            <pc:sldMk cId="3524957515" sldId="338"/>
            <ac:spMk id="16" creationId="{00000000-0000-0000-0000-000000000000}"/>
          </ac:spMkLst>
        </pc:spChg>
        <pc:spChg chg="del mod">
          <ac:chgData name="Benjamín de Jesús Cueva Niño de Guzmán" userId="56da303013910523" providerId="LiveId" clId="{532B7A48-8887-4F62-9537-0BA1FAE83637}" dt="2026-03-04T22:01:10.797" v="178" actId="478"/>
          <ac:spMkLst>
            <pc:docMk/>
            <pc:sldMk cId="3524957515" sldId="338"/>
            <ac:spMk id="18" creationId="{00000000-0000-0000-0000-000000000000}"/>
          </ac:spMkLst>
        </pc:spChg>
        <pc:spChg chg="del mod">
          <ac:chgData name="Benjamín de Jesús Cueva Niño de Guzmán" userId="56da303013910523" providerId="LiveId" clId="{532B7A48-8887-4F62-9537-0BA1FAE83637}" dt="2026-03-04T22:01:13.537" v="179" actId="478"/>
          <ac:spMkLst>
            <pc:docMk/>
            <pc:sldMk cId="3524957515" sldId="338"/>
            <ac:spMk id="20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5T18:31:22.544" v="190" actId="1035"/>
          <ac:spMkLst>
            <pc:docMk/>
            <pc:sldMk cId="3524957515" sldId="338"/>
            <ac:spMk id="31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2T06:13:56.214" v="5" actId="1035"/>
          <ac:spMkLst>
            <pc:docMk/>
            <pc:sldMk cId="3524957515" sldId="338"/>
            <ac:spMk id="33" creationId="{00000000-0000-0000-0000-000000000000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2:59.794" v="197"/>
        <pc:sldMkLst>
          <pc:docMk/>
          <pc:sldMk cId="2249577745" sldId="339"/>
        </pc:sldMkLst>
        <pc:spChg chg="del">
          <ac:chgData name="Benjamín de Jesús Cueva Niño de Guzmán" userId="56da303013910523" providerId="LiveId" clId="{532B7A48-8887-4F62-9537-0BA1FAE83637}" dt="2026-03-05T19:02:41.197" v="191" actId="478"/>
          <ac:spMkLst>
            <pc:docMk/>
            <pc:sldMk cId="2249577745" sldId="339"/>
            <ac:spMk id="7" creationId="{05C52596-06F9-34E5-BF0B-633F1D4E78A2}"/>
          </ac:spMkLst>
        </pc:spChg>
        <pc:spChg chg="add mod">
          <ac:chgData name="Benjamín de Jesús Cueva Niño de Guzmán" userId="56da303013910523" providerId="LiveId" clId="{532B7A48-8887-4F62-9537-0BA1FAE83637}" dt="2026-03-05T19:02:42.189" v="193"/>
          <ac:spMkLst>
            <pc:docMk/>
            <pc:sldMk cId="2249577745" sldId="339"/>
            <ac:spMk id="8" creationId="{1BD7C6F0-73B6-617B-0B21-594BAED95EBF}"/>
          </ac:spMkLst>
        </pc:spChg>
        <pc:spChg chg="add mod">
          <ac:chgData name="Benjamín de Jesús Cueva Niño de Guzmán" userId="56da303013910523" providerId="LiveId" clId="{532B7A48-8887-4F62-9537-0BA1FAE83637}" dt="2026-03-05T19:02:52.947" v="194"/>
          <ac:spMkLst>
            <pc:docMk/>
            <pc:sldMk cId="2249577745" sldId="339"/>
            <ac:spMk id="9" creationId="{69756D5F-F72B-4A51-481B-0F48F851A7E8}"/>
          </ac:spMkLst>
        </pc:spChg>
        <pc:spChg chg="mod">
          <ac:chgData name="Benjamín de Jesús Cueva Niño de Guzmán" userId="56da303013910523" providerId="LiveId" clId="{532B7A48-8887-4F62-9537-0BA1FAE83637}" dt="2026-03-02T06:19:08.077" v="163" actId="962"/>
          <ac:spMkLst>
            <pc:docMk/>
            <pc:sldMk cId="2249577745" sldId="339"/>
            <ac:spMk id="15" creationId="{00000000-0000-0000-0000-000000000000}"/>
          </ac:spMkLst>
        </pc:spChg>
        <pc:graphicFrameChg chg="modGraphic">
          <ac:chgData name="Benjamín de Jesús Cueva Niño de Guzmán" userId="56da303013910523" providerId="LiveId" clId="{532B7A48-8887-4F62-9537-0BA1FAE83637}" dt="2026-03-05T19:02:59.794" v="197"/>
          <ac:graphicFrameMkLst>
            <pc:docMk/>
            <pc:sldMk cId="2249577745" sldId="339"/>
            <ac:graphicFrameMk id="18" creationId="{00000000-0000-0000-0000-000000000000}"/>
          </ac:graphicFrameMkLst>
        </pc:graphicFrameChg>
        <pc:graphicFrameChg chg="mod modGraphic">
          <ac:chgData name="Benjamín de Jesús Cueva Niño de Guzmán" userId="56da303013910523" providerId="LiveId" clId="{532B7A48-8887-4F62-9537-0BA1FAE83637}" dt="2026-03-02T06:19:01.997" v="162" actId="962"/>
          <ac:graphicFrameMkLst>
            <pc:docMk/>
            <pc:sldMk cId="2249577745" sldId="339"/>
            <ac:graphicFrameMk id="20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2974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2974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2227" y="1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0950"/>
            <a:ext cx="2343150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760" y="4822701"/>
            <a:ext cx="5512237" cy="3947317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518369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2227" y="9518369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2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8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especializacionvirtual.com/validar-certificad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32"/>
          <a:stretch/>
        </p:blipFill>
        <p:spPr>
          <a:xfrm>
            <a:off x="38777" y="3814138"/>
            <a:ext cx="6780446" cy="427953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677559" y="1972940"/>
            <a:ext cx="3502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dirty="0">
                <a:latin typeface="Algerian" panose="04020705040A02060702" pitchFamily="82" charset="0"/>
              </a:rPr>
              <a:t>DIPLOMADO</a:t>
            </a:r>
            <a:endParaRPr lang="es-PE" sz="4800" dirty="0">
              <a:latin typeface="Algerian" panose="04020705040A02060702" pitchFamily="82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724320" y="2614054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Concedido a: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804725" y="3763987"/>
            <a:ext cx="5248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haber culminado satisfactoriamente el DIPLOMADO en:</a:t>
            </a:r>
          </a:p>
        </p:txBody>
      </p:sp>
      <p:sp>
        <p:nvSpPr>
          <p:cNvPr id="33" name="CuadroTexto 32"/>
          <p:cNvSpPr txBox="1"/>
          <p:nvPr/>
        </p:nvSpPr>
        <p:spPr>
          <a:xfrm>
            <a:off x="618878" y="2880014"/>
            <a:ext cx="5620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{{NOMBRES}}</a:t>
            </a:r>
          </a:p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{{APELLIDOS}}</a:t>
            </a:r>
          </a:p>
        </p:txBody>
      </p:sp>
      <p:sp>
        <p:nvSpPr>
          <p:cNvPr id="31" name="PH_CONTENIDO_PRINCIPAL"/>
          <p:cNvSpPr txBox="1"/>
          <p:nvPr/>
        </p:nvSpPr>
        <p:spPr>
          <a:xfrm>
            <a:off x="406666" y="4044576"/>
            <a:ext cx="6044668" cy="2431435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sz="2700" dirty="0">
                <a:latin typeface="Baskerville Old Face" panose="02020602080505020303" pitchFamily="18" charset="0"/>
              </a:rPr>
              <a:t>“</a:t>
            </a:r>
            <a:r>
              <a:rPr lang="es-ES" sz="2800" dirty="0">
                <a:latin typeface="Baskerville Old Face" panose="02020602080505020303" pitchFamily="18" charset="0"/>
              </a:rPr>
              <a:t>{{TEMA_DIPLOMADO}}</a:t>
            </a:r>
            <a:r>
              <a:rPr lang="es-PE" sz="2800" dirty="0">
                <a:latin typeface="Baskerville Old Face" panose="02020602080505020303" pitchFamily="18" charset="0"/>
              </a:rPr>
              <a:t>”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Realizado del {{FECHA_INICIO}} al {{FECHA_FIN}},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con una duración de {{HORAS_ACADEMICAS}} horas lectivas y {{CREDITOS_ACADEMICOS}} créditos Académicos</a:t>
            </a:r>
            <a:r>
              <a: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s-PE" sz="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tanto, se expide el presente Diplomado, otorgándole los privilegios y</a:t>
            </a:r>
            <a:br>
              <a:rPr lang="es-PE" sz="1600" dirty="0">
                <a:latin typeface="Baskerville Old Face" panose="02020602080505020303" pitchFamily="18" charset="0"/>
              </a:rPr>
            </a:br>
            <a:r>
              <a:rPr lang="es-PE" sz="1600" dirty="0">
                <a:latin typeface="Baskerville Old Face" panose="02020602080505020303" pitchFamily="18" charset="0"/>
              </a:rPr>
              <a:t>consideraciones que le corresponden.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>
                <a:latin typeface="Baskerville Old Face" panose="02020602080505020303" pitchFamily="18" charset="0"/>
              </a:rPr>
              <a:t>                                                         {{CIUDAD}}, </a:t>
            </a:r>
            <a:r>
              <a:rPr lang="es-PE" sz="1600" dirty="0">
                <a:latin typeface="Baskerville Old Face" panose="02020602080505020303" pitchFamily="18" charset="0"/>
              </a:rPr>
              <a:t>{{FECHA_EMISION_LARGA}}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19622" y="1280033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C89D495-CD38-6251-2221-DE67EFE296C6}"/>
              </a:ext>
            </a:extLst>
          </p:cNvPr>
          <p:cNvGrpSpPr/>
          <p:nvPr/>
        </p:nvGrpSpPr>
        <p:grpSpPr>
          <a:xfrm>
            <a:off x="553626" y="7739629"/>
            <a:ext cx="5878186" cy="1405822"/>
            <a:chOff x="553626" y="7739629"/>
            <a:chExt cx="5878186" cy="1405822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AE59A517-B1C4-14F2-A02F-39B57ACD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57" t="38503" r="16240" b="44354"/>
            <a:stretch/>
          </p:blipFill>
          <p:spPr>
            <a:xfrm>
              <a:off x="3810449" y="8404662"/>
              <a:ext cx="2316493" cy="498240"/>
            </a:xfrm>
            <a:prstGeom prst="rect">
              <a:avLst/>
            </a:prstGeom>
          </p:spPr>
        </p:pic>
        <p:pic>
          <p:nvPicPr>
            <p:cNvPr id="29" name="Imagen 28" descr="Texto&#10;&#10;El contenido generado por IA puede ser incorrecto.">
              <a:extLst>
                <a:ext uri="{FF2B5EF4-FFF2-40B4-BE49-F238E27FC236}">
                  <a16:creationId xmlns:a16="http://schemas.microsoft.com/office/drawing/2014/main" id="{458DF50B-A285-E667-0105-4ACD6278F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56" t="70686" r="7859" b="3946"/>
            <a:stretch/>
          </p:blipFill>
          <p:spPr>
            <a:xfrm rot="192851">
              <a:off x="3287745" y="7739629"/>
              <a:ext cx="1362097" cy="1073975"/>
            </a:xfrm>
            <a:prstGeom prst="rect">
              <a:avLst/>
            </a:prstGeom>
          </p:spPr>
        </p:pic>
        <p:pic>
          <p:nvPicPr>
            <p:cNvPr id="30" name="Imagen 29" descr="Texto&#10;&#10;El contenido generado por IA puede ser incorrecto.">
              <a:extLst>
                <a:ext uri="{FF2B5EF4-FFF2-40B4-BE49-F238E27FC236}">
                  <a16:creationId xmlns:a16="http://schemas.microsoft.com/office/drawing/2014/main" id="{32E8F41A-7483-2ADB-7CAC-C5F51020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9" t="72609" r="31412"/>
            <a:stretch/>
          </p:blipFill>
          <p:spPr>
            <a:xfrm>
              <a:off x="924159" y="8201810"/>
              <a:ext cx="2151252" cy="943641"/>
            </a:xfrm>
            <a:prstGeom prst="rect">
              <a:avLst/>
            </a:prstGeom>
          </p:spPr>
        </p:pic>
        <p:pic>
          <p:nvPicPr>
            <p:cNvPr id="34" name="Imagen 33" descr="Texto&#10;&#10;El contenido generado por IA puede ser incorrecto.">
              <a:extLst>
                <a:ext uri="{FF2B5EF4-FFF2-40B4-BE49-F238E27FC236}">
                  <a16:creationId xmlns:a16="http://schemas.microsoft.com/office/drawing/2014/main" id="{CEABF6AB-7668-D0C3-7E46-276F6C2BB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21" t="39925" r="10083" b="29961"/>
            <a:stretch/>
          </p:blipFill>
          <p:spPr>
            <a:xfrm>
              <a:off x="553626" y="7840980"/>
              <a:ext cx="1092294" cy="1094893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4CB0A58-E343-9562-CA1A-F65E2102D846}"/>
                </a:ext>
              </a:extLst>
            </p:cNvPr>
            <p:cNvSpPr txBox="1"/>
            <p:nvPr/>
          </p:nvSpPr>
          <p:spPr>
            <a:xfrm>
              <a:off x="3454714" y="8672070"/>
              <a:ext cx="2977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MARÍA AURORA CARLOS DE LA CRUZ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DIRECTORA ADMINISTRATIVA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758E9C3-376A-1223-12EE-B28B8197955B}"/>
                </a:ext>
              </a:extLst>
            </p:cNvPr>
            <p:cNvSpPr txBox="1"/>
            <p:nvPr/>
          </p:nvSpPr>
          <p:spPr>
            <a:xfrm>
              <a:off x="553626" y="8678984"/>
              <a:ext cx="2659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CHRISTIAAN QUIÑONES CARLOS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 ACADÉMICO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495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50F0563-12BD-90E0-3B17-8224A1FAF6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5099" b="13443"/>
          <a:stretch/>
        </p:blipFill>
        <p:spPr>
          <a:xfrm>
            <a:off x="-46689" y="2693727"/>
            <a:ext cx="6951378" cy="402761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19622" y="1230236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344501"/>
              </p:ext>
            </p:extLst>
          </p:nvPr>
        </p:nvGraphicFramePr>
        <p:xfrm>
          <a:off x="611665" y="7771187"/>
          <a:ext cx="2268000" cy="195975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2746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14054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221673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LIBRO N</a:t>
                      </a:r>
                      <a:r>
                        <a:rPr lang="es-PE" sz="1100" dirty="0"/>
                        <a:t>°</a:t>
                      </a:r>
                      <a:r>
                        <a:rPr lang="es-PE" sz="1100" baseline="0" dirty="0"/>
                        <a:t>            </a:t>
                      </a:r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05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FOLIO </a:t>
                      </a:r>
                      <a:r>
                        <a:rPr lang="es-PE" sz="1100" b="1" dirty="0" err="1"/>
                        <a:t>N°</a:t>
                      </a:r>
                      <a:r>
                        <a:rPr lang="es-PE" sz="1100" b="1" dirty="0"/>
                        <a:t>  </a:t>
                      </a:r>
                      <a:r>
                        <a:rPr lang="es-PE" sz="1100" b="0" dirty="0"/>
                        <a:t>{{FOLIO_NUMERO}}</a:t>
                      </a:r>
                      <a:endParaRPr lang="es-PE" sz="1100" dirty="0"/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FECHA :         </a:t>
                      </a:r>
                      <a:r>
                        <a:rPr lang="es-PE" sz="1100" b="0" dirty="0"/>
                        <a:t>{{FECHA_EMISION_CORTA}}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s-PE" sz="1100" b="1" dirty="0"/>
                        <a:t>FIRMA    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15" name="PH_TEMA"/>
          <p:cNvSpPr/>
          <p:nvPr/>
        </p:nvSpPr>
        <p:spPr>
          <a:xfrm>
            <a:off x="668577" y="1997190"/>
            <a:ext cx="56515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DIPLOMADO: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854" y="9269478"/>
            <a:ext cx="472669" cy="260450"/>
          </a:xfrm>
          <a:prstGeom prst="rect">
            <a:avLst/>
          </a:prstGeom>
        </p:spPr>
      </p:pic>
      <p:graphicFrame>
        <p:nvGraphicFramePr>
          <p:cNvPr id="20" name="PH_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535178"/>
              </p:ext>
            </p:extLst>
          </p:nvPr>
        </p:nvGraphicFramePr>
        <p:xfrm>
          <a:off x="745017" y="2809622"/>
          <a:ext cx="5367967" cy="54818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391369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28235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88948780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529490423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/>
                        <a:t>MÓDULO V</a:t>
                      </a:r>
                      <a:r>
                        <a:rPr lang="en-U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477093515"/>
                  </a:ext>
                </a:extLst>
              </a:tr>
              <a:tr h="266651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100" b="0" dirty="0"/>
                        <a:t>18</a:t>
                      </a:r>
                      <a:endParaRPr lang="en-US" sz="11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60558B68-70D0-533D-ACB6-95A93DBA346B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A5596CF-F761-A35F-CC3E-178CA6905486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2E1090C-0AA3-EE2A-DAA5-C7FFE6A65491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7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3011233" y="790881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756D5F-F72B-4A51-481B-0F48F851A7E8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77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131053</TotalTime>
  <Words>331</Words>
  <Application>Microsoft Office PowerPoint</Application>
  <PresentationFormat>A4 (210 x 297 mm)</PresentationFormat>
  <Paragraphs>72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Caslon Pro</vt:lpstr>
      <vt:lpstr>Algerian</vt:lpstr>
      <vt:lpstr>Arial</vt:lpstr>
      <vt:lpstr>Arial Rounded MT Bold</vt:lpstr>
      <vt:lpstr>Bahnschrift</vt:lpstr>
      <vt:lpstr>Baskerville Old Face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1124</cp:revision>
  <cp:lastPrinted>2025-12-24T18:39:42Z</cp:lastPrinted>
  <dcterms:created xsi:type="dcterms:W3CDTF">2018-11-06T14:43:46Z</dcterms:created>
  <dcterms:modified xsi:type="dcterms:W3CDTF">2026-06-08T04:18:56Z</dcterms:modified>
</cp:coreProperties>
</file>