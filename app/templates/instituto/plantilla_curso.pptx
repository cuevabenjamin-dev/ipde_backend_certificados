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338" r:id="rId2"/>
    <p:sldId id="339" r:id="rId3"/>
  </p:sldIdLst>
  <p:sldSz cx="6858000" cy="9906000" type="A4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75F1EA-BE3E-4D59-802E-BD7B809C6659}" v="8" dt="2026-03-05T19:03:42.7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1" autoAdjust="0"/>
    <p:restoredTop sz="94364" autoAdjust="0"/>
  </p:normalViewPr>
  <p:slideViewPr>
    <p:cSldViewPr snapToGrid="0">
      <p:cViewPr>
        <p:scale>
          <a:sx n="150" d="100"/>
          <a:sy n="150" d="100"/>
        </p:scale>
        <p:origin x="1590" y="-3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modSld">
      <pc:chgData name="Benjamín de Jesús Cueva Niño de Guzmán" userId="56da303013910523" providerId="LiveId" clId="{532B7A48-8887-4F62-9537-0BA1FAE83637}" dt="2026-03-05T19:03:42.742" v="55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31:41.491" v="50" actId="1035"/>
        <pc:sldMkLst>
          <pc:docMk/>
          <pc:sldMk cId="3524957515" sldId="338"/>
        </pc:sldMkLst>
        <pc:spChg chg="del">
          <ac:chgData name="Benjamín de Jesús Cueva Niño de Guzmán" userId="56da303013910523" providerId="LiveId" clId="{532B7A48-8887-4F62-9537-0BA1FAE83637}" dt="2026-03-04T22:33:35.760" v="0" actId="478"/>
          <ac:spMkLst>
            <pc:docMk/>
            <pc:sldMk cId="3524957515" sldId="338"/>
            <ac:spMk id="2" creationId="{FEAA4293-5045-7AA5-190D-88DFB9E5E5EA}"/>
          </ac:spMkLst>
        </pc:spChg>
        <pc:spChg chg="add mod">
          <ac:chgData name="Benjamín de Jesús Cueva Niño de Guzmán" userId="56da303013910523" providerId="LiveId" clId="{532B7A48-8887-4F62-9537-0BA1FAE83637}" dt="2026-03-05T18:31:41.491" v="50" actId="1035"/>
          <ac:spMkLst>
            <pc:docMk/>
            <pc:sldMk cId="3524957515" sldId="338"/>
            <ac:spMk id="3" creationId="{4C09A58D-7D33-102C-2336-7D3CB520B58C}"/>
          </ac:spMkLst>
        </pc:spChg>
        <pc:spChg chg="add mod">
          <ac:chgData name="Benjamín de Jesús Cueva Niño de Guzmán" userId="56da303013910523" providerId="LiveId" clId="{532B7A48-8887-4F62-9537-0BA1FAE83637}" dt="2026-03-04T22:33:46.283" v="3"/>
          <ac:spMkLst>
            <pc:docMk/>
            <pc:sldMk cId="3524957515" sldId="338"/>
            <ac:spMk id="4" creationId="{3BD15753-EFD1-692B-E14D-2AF6F5E0F8ED}"/>
          </ac:spMkLst>
        </pc:spChg>
        <pc:spChg chg="add mod">
          <ac:chgData name="Benjamín de Jesús Cueva Niño de Guzmán" userId="56da303013910523" providerId="LiveId" clId="{532B7A48-8887-4F62-9537-0BA1FAE83637}" dt="2026-03-04T22:33:54.460" v="5"/>
          <ac:spMkLst>
            <pc:docMk/>
            <pc:sldMk cId="3524957515" sldId="338"/>
            <ac:spMk id="7" creationId="{2505F06F-FEFC-70AD-E633-279D9BE7C927}"/>
          </ac:spMkLst>
        </pc:spChg>
        <pc:spChg chg="add mod">
          <ac:chgData name="Benjamín de Jesús Cueva Niño de Guzmán" userId="56da303013910523" providerId="LiveId" clId="{532B7A48-8887-4F62-9537-0BA1FAE83637}" dt="2026-03-04T22:35:20.979" v="14" actId="20577"/>
          <ac:spMkLst>
            <pc:docMk/>
            <pc:sldMk cId="3524957515" sldId="338"/>
            <ac:spMk id="8" creationId="{8A4C5B2D-C87A-9AC4-8E7B-AB1824063EB9}"/>
          </ac:spMkLst>
        </pc:spChg>
        <pc:spChg chg="del">
          <ac:chgData name="Benjamín de Jesús Cueva Niño de Guzmán" userId="56da303013910523" providerId="LiveId" clId="{532B7A48-8887-4F62-9537-0BA1FAE83637}" dt="2026-03-04T22:33:51.219" v="4" actId="478"/>
          <ac:spMkLst>
            <pc:docMk/>
            <pc:sldMk cId="3524957515" sldId="338"/>
            <ac:spMk id="15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34:02.539" v="6" actId="478"/>
          <ac:spMkLst>
            <pc:docMk/>
            <pc:sldMk cId="3524957515" sldId="338"/>
            <ac:spMk id="16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33:35.760" v="0" actId="478"/>
          <ac:spMkLst>
            <pc:docMk/>
            <pc:sldMk cId="3524957515" sldId="338"/>
            <ac:spMk id="18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33:35.760" v="0" actId="478"/>
          <ac:spMkLst>
            <pc:docMk/>
            <pc:sldMk cId="3524957515" sldId="338"/>
            <ac:spMk id="20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33:35.760" v="0" actId="478"/>
          <ac:spMkLst>
            <pc:docMk/>
            <pc:sldMk cId="3524957515" sldId="338"/>
            <ac:spMk id="31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2:33:43.487" v="2" actId="478"/>
          <ac:spMkLst>
            <pc:docMk/>
            <pc:sldMk cId="3524957515" sldId="338"/>
            <ac:spMk id="33" creationId="{00000000-0000-0000-0000-000000000000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3:42.742" v="55"/>
        <pc:sldMkLst>
          <pc:docMk/>
          <pc:sldMk cId="2249577745" sldId="339"/>
        </pc:sldMkLst>
        <pc:spChg chg="del">
          <ac:chgData name="Benjamín de Jesús Cueva Niño de Guzmán" userId="56da303013910523" providerId="LiveId" clId="{532B7A48-8887-4F62-9537-0BA1FAE83637}" dt="2026-03-05T19:03:42.479" v="54" actId="478"/>
          <ac:spMkLst>
            <pc:docMk/>
            <pc:sldMk cId="2249577745" sldId="339"/>
            <ac:spMk id="7" creationId="{05C52596-06F9-34E5-BF0B-633F1D4E78A2}"/>
          </ac:spMkLst>
        </pc:spChg>
        <pc:spChg chg="add mod">
          <ac:chgData name="Benjamín de Jesús Cueva Niño de Guzmán" userId="56da303013910523" providerId="LiveId" clId="{532B7A48-8887-4F62-9537-0BA1FAE83637}" dt="2026-03-05T19:03:42.742" v="55"/>
          <ac:spMkLst>
            <pc:docMk/>
            <pc:sldMk cId="2249577745" sldId="339"/>
            <ac:spMk id="9" creationId="{5DF47554-0015-9311-11A4-64D560F29EC3}"/>
          </ac:spMkLst>
        </pc:spChg>
        <pc:spChg chg="mod">
          <ac:chgData name="Benjamín de Jesús Cueva Niño de Guzmán" userId="56da303013910523" providerId="LiveId" clId="{532B7A48-8887-4F62-9537-0BA1FAE83637}" dt="2026-03-04T23:02:10.537" v="46" actId="962"/>
          <ac:spMkLst>
            <pc:docMk/>
            <pc:sldMk cId="2249577745" sldId="339"/>
            <ac:spMk id="15" creationId="{00000000-0000-0000-0000-000000000000}"/>
          </ac:spMkLst>
        </pc:spChg>
        <pc:graphicFrameChg chg="modGraphic">
          <ac:chgData name="Benjamín de Jesús Cueva Niño de Guzmán" userId="56da303013910523" providerId="LiveId" clId="{532B7A48-8887-4F62-9537-0BA1FAE83637}" dt="2026-03-05T19:03:34.769" v="51"/>
          <ac:graphicFrameMkLst>
            <pc:docMk/>
            <pc:sldMk cId="2249577745" sldId="339"/>
            <ac:graphicFrameMk id="18" creationId="{00000000-0000-0000-0000-000000000000}"/>
          </ac:graphicFrameMkLst>
        </pc:graphicFrameChg>
        <pc:graphicFrameChg chg="mod modGraphic">
          <ac:chgData name="Benjamín de Jesús Cueva Niño de Guzmán" userId="56da303013910523" providerId="LiveId" clId="{532B7A48-8887-4F62-9537-0BA1FAE83637}" dt="2026-03-04T23:02:54.980" v="49" actId="255"/>
          <ac:graphicFrameMkLst>
            <pc:docMk/>
            <pc:sldMk cId="2249577745" sldId="339"/>
            <ac:graphicFrameMk id="20" creationId="{00000000-0000-0000-0000-000000000000}"/>
          </ac:graphicFrameMkLst>
        </pc:graphicFrameChg>
        <pc:picChg chg="add mod ord">
          <ac:chgData name="Benjamín de Jesús Cueva Niño de Guzmán" userId="56da303013910523" providerId="LiveId" clId="{532B7A48-8887-4F62-9537-0BA1FAE83637}" dt="2026-03-05T19:03:39.964" v="53" actId="167"/>
          <ac:picMkLst>
            <pc:docMk/>
            <pc:sldMk cId="2249577745" sldId="339"/>
            <ac:picMk id="8" creationId="{ED6DC5C5-7D7D-CE11-0270-45B1ED606EB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902974" y="0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520159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902974" y="9520159"/>
            <a:ext cx="2985188" cy="50173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85341" cy="50352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02227" y="1"/>
            <a:ext cx="2986432" cy="503520"/>
          </a:xfrm>
          <a:prstGeom prst="rect">
            <a:avLst/>
          </a:prstGeom>
        </p:spPr>
        <p:txBody>
          <a:bodyPr vert="horz" lIns="91449" tIns="45725" rIns="91449" bIns="45725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250950"/>
            <a:ext cx="2343150" cy="3384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9" tIns="45725" rIns="91449" bIns="45725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8760" y="4822701"/>
            <a:ext cx="5512237" cy="3947317"/>
          </a:xfrm>
          <a:prstGeom prst="rect">
            <a:avLst/>
          </a:prstGeom>
        </p:spPr>
        <p:txBody>
          <a:bodyPr vert="horz" lIns="91449" tIns="45725" rIns="91449" bIns="45725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518369"/>
            <a:ext cx="2985341" cy="50352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02227" y="9518369"/>
            <a:ext cx="2986432" cy="503520"/>
          </a:xfrm>
          <a:prstGeom prst="rect">
            <a:avLst/>
          </a:prstGeom>
        </p:spPr>
        <p:txBody>
          <a:bodyPr vert="horz" lIns="91449" tIns="45725" rIns="91449" bIns="45725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73300" y="1250950"/>
            <a:ext cx="2343150" cy="33845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3D27F-C54F-4092-8719-89D37DC397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826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73300" y="1250950"/>
            <a:ext cx="2343150" cy="338455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3D27F-C54F-4092-8719-89D37DC397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8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4.wdp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3.wdp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especializacionvirtual.com/validar-certificad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832"/>
          <a:stretch/>
        </p:blipFill>
        <p:spPr>
          <a:xfrm>
            <a:off x="38777" y="3814138"/>
            <a:ext cx="6780446" cy="4279537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1443520" y="1972940"/>
            <a:ext cx="397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4800" dirty="0">
                <a:latin typeface="Algerian" panose="04020705040A02060702" pitchFamily="82" charset="0"/>
              </a:rPr>
              <a:t>certificado</a:t>
            </a:r>
            <a:endParaRPr lang="es-PE" sz="4800" dirty="0">
              <a:latin typeface="Algerian" panose="04020705040A02060702" pitchFamily="82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329871" y="45010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32" name="Imagen 3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4014580" y="340371"/>
            <a:ext cx="2522188" cy="549493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19622" y="1280033"/>
            <a:ext cx="66187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INSTITUTO PERUANO DE</a:t>
            </a:r>
          </a:p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DIPLOMADOS Y ESPECIALIZACIONES</a:t>
            </a: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2549"/>
          <a:stretch/>
        </p:blipFill>
        <p:spPr>
          <a:xfrm>
            <a:off x="3122090" y="298476"/>
            <a:ext cx="767741" cy="746881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1638189" y="987541"/>
            <a:ext cx="3581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Directoral N° 241-2020 - CAC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7C89D495-CD38-6251-2221-DE67EFE296C6}"/>
              </a:ext>
            </a:extLst>
          </p:cNvPr>
          <p:cNvGrpSpPr/>
          <p:nvPr/>
        </p:nvGrpSpPr>
        <p:grpSpPr>
          <a:xfrm>
            <a:off x="553626" y="7739629"/>
            <a:ext cx="5878186" cy="1405822"/>
            <a:chOff x="553626" y="7739629"/>
            <a:chExt cx="5878186" cy="1405822"/>
          </a:xfrm>
        </p:grpSpPr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AE59A517-B1C4-14F2-A02F-39B57ACD8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57" t="38503" r="16240" b="44354"/>
            <a:stretch/>
          </p:blipFill>
          <p:spPr>
            <a:xfrm>
              <a:off x="3810449" y="8404662"/>
              <a:ext cx="2316493" cy="498240"/>
            </a:xfrm>
            <a:prstGeom prst="rect">
              <a:avLst/>
            </a:prstGeom>
          </p:spPr>
        </p:pic>
        <p:pic>
          <p:nvPicPr>
            <p:cNvPr id="29" name="Imagen 28" descr="Texto&#10;&#10;El contenido generado por IA puede ser incorrecto.">
              <a:extLst>
                <a:ext uri="{FF2B5EF4-FFF2-40B4-BE49-F238E27FC236}">
                  <a16:creationId xmlns:a16="http://schemas.microsoft.com/office/drawing/2014/main" id="{458DF50B-A285-E667-0105-4ACD6278F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156" t="70686" r="7859" b="3946"/>
            <a:stretch/>
          </p:blipFill>
          <p:spPr>
            <a:xfrm rot="192851">
              <a:off x="3287745" y="7739629"/>
              <a:ext cx="1362097" cy="1073975"/>
            </a:xfrm>
            <a:prstGeom prst="rect">
              <a:avLst/>
            </a:prstGeom>
          </p:spPr>
        </p:pic>
        <p:pic>
          <p:nvPicPr>
            <p:cNvPr id="30" name="Imagen 29" descr="Texto&#10;&#10;El contenido generado por IA puede ser incorrecto.">
              <a:extLst>
                <a:ext uri="{FF2B5EF4-FFF2-40B4-BE49-F238E27FC236}">
                  <a16:creationId xmlns:a16="http://schemas.microsoft.com/office/drawing/2014/main" id="{32E8F41A-7483-2ADB-7CAC-C5F510201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29" t="72609" r="31412"/>
            <a:stretch/>
          </p:blipFill>
          <p:spPr>
            <a:xfrm>
              <a:off x="924159" y="8201810"/>
              <a:ext cx="2151252" cy="943641"/>
            </a:xfrm>
            <a:prstGeom prst="rect">
              <a:avLst/>
            </a:prstGeom>
          </p:spPr>
        </p:pic>
        <p:pic>
          <p:nvPicPr>
            <p:cNvPr id="34" name="Imagen 33" descr="Texto&#10;&#10;El contenido generado por IA puede ser incorrecto.">
              <a:extLst>
                <a:ext uri="{FF2B5EF4-FFF2-40B4-BE49-F238E27FC236}">
                  <a16:creationId xmlns:a16="http://schemas.microsoft.com/office/drawing/2014/main" id="{CEABF6AB-7668-D0C3-7E46-276F6C2BB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021" t="39925" r="10083" b="29961"/>
            <a:stretch/>
          </p:blipFill>
          <p:spPr>
            <a:xfrm>
              <a:off x="553626" y="7840980"/>
              <a:ext cx="1092294" cy="1094893"/>
            </a:xfrm>
            <a:prstGeom prst="rect">
              <a:avLst/>
            </a:prstGeom>
          </p:spPr>
        </p:pic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34CB0A58-E343-9562-CA1A-F65E2102D846}"/>
                </a:ext>
              </a:extLst>
            </p:cNvPr>
            <p:cNvSpPr txBox="1"/>
            <p:nvPr/>
          </p:nvSpPr>
          <p:spPr>
            <a:xfrm>
              <a:off x="3454714" y="8672070"/>
              <a:ext cx="29770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MARÍA AURORA CARLOS DE LA CRUZ</a:t>
              </a:r>
            </a:p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DIRECTORA ADMINISTRATIVA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2758E9C3-376A-1223-12EE-B28B8197955B}"/>
                </a:ext>
              </a:extLst>
            </p:cNvPr>
            <p:cNvSpPr txBox="1"/>
            <p:nvPr/>
          </p:nvSpPr>
          <p:spPr>
            <a:xfrm>
              <a:off x="553626" y="8678984"/>
              <a:ext cx="26597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CHRISTIAAN QUIÑONES CARLOS</a:t>
              </a:r>
            </a:p>
            <a:p>
              <a:pPr algn="ctr"/>
              <a:r>
                <a:rPr lang="es-PE" sz="1200" dirty="0">
                  <a:latin typeface="Baskerville Old Face" panose="02020602080505020303" pitchFamily="18" charset="0"/>
                </a:rPr>
                <a:t>DIRECTOR ACADÉMICO</a:t>
              </a:r>
            </a:p>
          </p:txBody>
        </p:sp>
      </p:grpSp>
      <p:sp>
        <p:nvSpPr>
          <p:cNvPr id="3" name="PH_CONTENIDO_PRINCIPAL">
            <a:extLst>
              <a:ext uri="{FF2B5EF4-FFF2-40B4-BE49-F238E27FC236}">
                <a16:creationId xmlns:a16="http://schemas.microsoft.com/office/drawing/2014/main" id="{4C09A58D-7D33-102C-2336-7D3CB520B58C}"/>
              </a:ext>
            </a:extLst>
          </p:cNvPr>
          <p:cNvSpPr txBox="1"/>
          <p:nvPr/>
        </p:nvSpPr>
        <p:spPr>
          <a:xfrm>
            <a:off x="406666" y="4044576"/>
            <a:ext cx="6044668" cy="2431435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sz="2700" dirty="0">
                <a:latin typeface="Baskerville Old Face" panose="02020602080505020303" pitchFamily="18" charset="0"/>
              </a:rPr>
              <a:t>“</a:t>
            </a:r>
            <a:r>
              <a:rPr lang="es-ES" sz="2800" dirty="0">
                <a:latin typeface="Baskerville Old Face" panose="02020602080505020303" pitchFamily="18" charset="0"/>
              </a:rPr>
              <a:t>{{TEMA_DIPLOMADO}}</a:t>
            </a:r>
            <a:r>
              <a:rPr lang="es-PE" sz="2800" dirty="0">
                <a:latin typeface="Baskerville Old Face" panose="02020602080505020303" pitchFamily="18" charset="0"/>
              </a:rPr>
              <a:t>”</a:t>
            </a:r>
          </a:p>
          <a:p>
            <a:pPr algn="ctr"/>
            <a:endParaRPr lang="es-PE" sz="400" dirty="0">
              <a:latin typeface="Baskerville Old Face" panose="02020602080505020303" pitchFamily="18" charset="0"/>
            </a:endParaRP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Realizado del {{FECHA_INICIO}} al {{FECHA_FIN}}, </a:t>
            </a: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con una duración de {{HORAS_ACADEMICAS}} horas lectivas y {{CREDITOS_ACADEMICOS}} créditos Académicos</a:t>
            </a:r>
            <a:r>
              <a:rPr lang="es-PE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s-PE" sz="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Por tanto, se expide el presente Certificado, otorgándole los privilegios y</a:t>
            </a:r>
            <a:br>
              <a:rPr lang="es-PE" sz="1600" dirty="0">
                <a:latin typeface="Baskerville Old Face" panose="02020602080505020303" pitchFamily="18" charset="0"/>
              </a:rPr>
            </a:br>
            <a:r>
              <a:rPr lang="es-PE" sz="1600" dirty="0">
                <a:latin typeface="Baskerville Old Face" panose="02020602080505020303" pitchFamily="18" charset="0"/>
              </a:rPr>
              <a:t>consideraciones que le corresponden.</a:t>
            </a:r>
          </a:p>
          <a:p>
            <a:pPr algn="ctr"/>
            <a:endParaRPr lang="es-PE" sz="400" dirty="0">
              <a:latin typeface="Baskerville Old Face" panose="02020602080505020303" pitchFamily="18" charset="0"/>
            </a:endParaRPr>
          </a:p>
          <a:p>
            <a:pPr algn="ctr"/>
            <a:r>
              <a:rPr lang="es-PE" sz="1600">
                <a:latin typeface="Baskerville Old Face" panose="02020602080505020303" pitchFamily="18" charset="0"/>
              </a:rPr>
              <a:t>                                                         {{CIUDAD}}, </a:t>
            </a:r>
            <a:r>
              <a:rPr lang="es-PE" sz="1600" dirty="0">
                <a:latin typeface="Baskerville Old Face" panose="02020602080505020303" pitchFamily="18" charset="0"/>
              </a:rPr>
              <a:t>{{FECHA_EMISION_LARGA}}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BD15753-EFD1-692B-E14D-2AF6F5E0F8ED}"/>
              </a:ext>
            </a:extLst>
          </p:cNvPr>
          <p:cNvSpPr txBox="1"/>
          <p:nvPr/>
        </p:nvSpPr>
        <p:spPr>
          <a:xfrm>
            <a:off x="618878" y="2880014"/>
            <a:ext cx="5620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Baskerville Old Face" panose="02020602080505020303" pitchFamily="18" charset="0"/>
              </a:rPr>
              <a:t>{{NOMBRES}}</a:t>
            </a:r>
          </a:p>
          <a:p>
            <a:pPr algn="ctr"/>
            <a:r>
              <a:rPr lang="es-ES" sz="2800" dirty="0">
                <a:latin typeface="Baskerville Old Face" panose="02020602080505020303" pitchFamily="18" charset="0"/>
              </a:rPr>
              <a:t>{{APELLIDOS}}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05F06F-FEFC-70AD-E633-279D9BE7C927}"/>
              </a:ext>
            </a:extLst>
          </p:cNvPr>
          <p:cNvSpPr txBox="1"/>
          <p:nvPr/>
        </p:nvSpPr>
        <p:spPr>
          <a:xfrm>
            <a:off x="2724320" y="2614054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Concedido a: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A4C5B2D-C87A-9AC4-8E7B-AB1824063EB9}"/>
              </a:ext>
            </a:extLst>
          </p:cNvPr>
          <p:cNvSpPr txBox="1"/>
          <p:nvPr/>
        </p:nvSpPr>
        <p:spPr>
          <a:xfrm>
            <a:off x="1102884" y="3763987"/>
            <a:ext cx="46522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600" dirty="0">
                <a:latin typeface="Baskerville Old Face" panose="02020602080505020303" pitchFamily="18" charset="0"/>
              </a:rPr>
              <a:t>Por haber culminado satisfactoriamente el CURSO en:</a:t>
            </a:r>
          </a:p>
        </p:txBody>
      </p:sp>
    </p:spTree>
    <p:extLst>
      <p:ext uri="{BB962C8B-B14F-4D97-AF65-F5344CB8AC3E}">
        <p14:creationId xmlns:p14="http://schemas.microsoft.com/office/powerpoint/2010/main" val="3524957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D6DC5C5-7D7D-CE11-0270-45B1ED606EB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08311" y="1524000"/>
            <a:ext cx="9906000" cy="685799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50F0563-12BD-90E0-3B17-8224A1FAF6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08311" y="1524001"/>
            <a:ext cx="9906000" cy="685799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08311" y="1524001"/>
            <a:ext cx="9906000" cy="6857998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5099" b="13443"/>
          <a:stretch/>
        </p:blipFill>
        <p:spPr>
          <a:xfrm>
            <a:off x="-46689" y="2693727"/>
            <a:ext cx="6951378" cy="4027616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119622" y="1230236"/>
            <a:ext cx="66187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INSTITUTO PERUANO DE</a:t>
            </a:r>
          </a:p>
          <a:p>
            <a:pPr algn="ctr"/>
            <a:r>
              <a:rPr lang="es-PE" sz="2600" dirty="0">
                <a:latin typeface="Adobe Caslon Pro" panose="0205050205050A020403" pitchFamily="18" charset="0"/>
                <a:cs typeface="Arial" panose="020B0604020202020204" pitchFamily="34" charset="0"/>
              </a:rPr>
              <a:t>DIPLOMADOS Y ESPECIALIZACIONES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329871" y="45010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4014580" y="340371"/>
            <a:ext cx="2522188" cy="549493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2549"/>
          <a:stretch/>
        </p:blipFill>
        <p:spPr>
          <a:xfrm>
            <a:off x="3122090" y="298476"/>
            <a:ext cx="767741" cy="746881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638189" y="987541"/>
            <a:ext cx="35816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Directoral N° 241-2020 - CAC</a:t>
            </a:r>
          </a:p>
        </p:txBody>
      </p:sp>
      <p:graphicFrame>
        <p:nvGraphicFramePr>
          <p:cNvPr id="18" name="Tabla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6672"/>
              </p:ext>
            </p:extLst>
          </p:nvPr>
        </p:nvGraphicFramePr>
        <p:xfrm>
          <a:off x="611665" y="7771187"/>
          <a:ext cx="2268000" cy="195975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2746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14054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221673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LIBRO N</a:t>
                      </a:r>
                      <a:r>
                        <a:rPr lang="es-PE" sz="1100" dirty="0"/>
                        <a:t>°</a:t>
                      </a:r>
                      <a:r>
                        <a:rPr lang="es-PE" sz="1100" baseline="0" dirty="0"/>
                        <a:t>            </a:t>
                      </a:r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05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FOLIO </a:t>
                      </a:r>
                      <a:r>
                        <a:rPr lang="es-PE" sz="1100" b="1" dirty="0" err="1"/>
                        <a:t>N°</a:t>
                      </a:r>
                      <a:r>
                        <a:rPr lang="es-PE" sz="1100" b="1" dirty="0"/>
                        <a:t>  </a:t>
                      </a:r>
                      <a:r>
                        <a:rPr lang="es-PE" sz="1100" b="0" dirty="0"/>
                        <a:t>{{FOLIO_NUMERO}}</a:t>
                      </a:r>
                      <a:endParaRPr lang="es-PE" sz="1100" dirty="0"/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221673">
                <a:tc gridSpan="2">
                  <a:txBody>
                    <a:bodyPr/>
                    <a:lstStyle/>
                    <a:p>
                      <a:r>
                        <a:rPr lang="es-PE" sz="1100" b="1" dirty="0"/>
                        <a:t>FECHA :         </a:t>
                      </a:r>
                      <a:r>
                        <a:rPr lang="es-PE" sz="1100" b="0" dirty="0"/>
                        <a:t>{{FECHA_EMISION_CORTA}}</a:t>
                      </a:r>
                    </a:p>
                  </a:txBody>
                  <a:tcPr marL="190782" marR="190782" marT="95391" marB="95391"/>
                </a:tc>
                <a:tc hMerge="1"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221673">
                <a:tc>
                  <a:txBody>
                    <a:bodyPr/>
                    <a:lstStyle/>
                    <a:p>
                      <a:r>
                        <a:rPr lang="es-PE" sz="1100" b="1" dirty="0"/>
                        <a:t>FIRMA    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endParaRPr lang="es-PE" sz="1100" dirty="0"/>
                    </a:p>
                  </a:txBody>
                  <a:tcPr marL="190782" marR="190782" marT="95391" marB="95391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sp>
        <p:nvSpPr>
          <p:cNvPr id="15" name="PH_TEMA"/>
          <p:cNvSpPr/>
          <p:nvPr/>
        </p:nvSpPr>
        <p:spPr>
          <a:xfrm>
            <a:off x="668577" y="1997190"/>
            <a:ext cx="565154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ESTUDIOS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PARTICIPANTE: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CURSO: </a:t>
            </a:r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{{TEMA_DIPLOMADO}}</a:t>
            </a:r>
            <a:endParaRPr lang="es-P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PH_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553933"/>
              </p:ext>
            </p:extLst>
          </p:nvPr>
        </p:nvGraphicFramePr>
        <p:xfrm>
          <a:off x="745017" y="2796175"/>
          <a:ext cx="5367967" cy="404085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391369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TEMAS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HORAS ACADÉMICAS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 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>
                          <a:solidFill>
                            <a:schemeClr val="tx1"/>
                          </a:solidFill>
                        </a:rPr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28235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MÓDULO II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266651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 III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s-E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MÓDULO IV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/>
                        <a:t>{{MODULO_4}}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29852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MÓDULO V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50" b="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266651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26665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100" b="0" dirty="0"/>
                        <a:t>18</a:t>
                      </a:r>
                      <a:endParaRPr lang="en-US" sz="11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25" name="Imagen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854" y="9269478"/>
            <a:ext cx="472669" cy="26045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60558B68-70D0-533D-ACB6-95A93DBA346B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A5596CF-F761-A35F-CC3E-178CA6905486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2E1090C-0AA3-EE2A-DAA5-C7FFE6A65491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7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591BBE3D-709B-8EE3-767C-724858996A54}"/>
              </a:ext>
            </a:extLst>
          </p:cNvPr>
          <p:cNvSpPr txBox="1"/>
          <p:nvPr/>
        </p:nvSpPr>
        <p:spPr>
          <a:xfrm>
            <a:off x="3011233" y="790881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/>
              <a:t>{{QR_CODE}}</a:t>
            </a:r>
            <a:endParaRPr lang="es-PE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DF47554-0015-9311-11A4-64D560F29EC3}"/>
              </a:ext>
            </a:extLst>
          </p:cNvPr>
          <p:cNvSpPr/>
          <p:nvPr/>
        </p:nvSpPr>
        <p:spPr>
          <a:xfrm>
            <a:off x="4541929" y="8673847"/>
            <a:ext cx="2130198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r>
              <a:rPr lang="es-PE" sz="9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s-PE" sz="9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5777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131183</TotalTime>
  <Words>295</Words>
  <Application>Microsoft Office PowerPoint</Application>
  <PresentationFormat>A4 (210 x 297 mm)</PresentationFormat>
  <Paragraphs>63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Adobe Caslon Pro</vt:lpstr>
      <vt:lpstr>Algerian</vt:lpstr>
      <vt:lpstr>Arial</vt:lpstr>
      <vt:lpstr>Arial Rounded MT Bold</vt:lpstr>
      <vt:lpstr>Bahnschrift</vt:lpstr>
      <vt:lpstr>Baskerville Old Face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1126</cp:revision>
  <cp:lastPrinted>2025-12-24T18:39:42Z</cp:lastPrinted>
  <dcterms:created xsi:type="dcterms:W3CDTF">2018-11-06T14:43:46Z</dcterms:created>
  <dcterms:modified xsi:type="dcterms:W3CDTF">2026-06-08T04:20:00Z</dcterms:modified>
</cp:coreProperties>
</file>