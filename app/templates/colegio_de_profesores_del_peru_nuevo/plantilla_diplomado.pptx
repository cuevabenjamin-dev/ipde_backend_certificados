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5621-72CA-D763-3402-9EE6D4EC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A4FD1-A989-4A1B-171F-06544999BB3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12E5052-A7D2-5073-4120-67D9972BF22C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D35588-B0BE-750A-233E-F2089545AA88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856D83-1C79-E8F1-C546-A1EC8FE0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87948D-294D-CF5E-57A3-FA054968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6CA7BF8-E20E-DBD5-4765-C1BBE02ABEE7}"/>
              </a:ext>
            </a:extLst>
          </p:cNvPr>
          <p:cNvSpPr txBox="1"/>
          <p:nvPr/>
        </p:nvSpPr>
        <p:spPr>
          <a:xfrm>
            <a:off x="3537827" y="775757"/>
            <a:ext cx="32271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DIPLOMADO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712B27-EF04-B191-0C57-7B731FF08A28}"/>
              </a:ext>
            </a:extLst>
          </p:cNvPr>
          <p:cNvSpPr txBox="1"/>
          <p:nvPr/>
        </p:nvSpPr>
        <p:spPr>
          <a:xfrm>
            <a:off x="4537572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57A15D0-9DA2-A0D9-29DB-BB95A58BB560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A9426-D4A0-E74B-942E-70EDB4E5A481}"/>
              </a:ext>
            </a:extLst>
          </p:cNvPr>
          <p:cNvSpPr txBox="1"/>
          <p:nvPr/>
        </p:nvSpPr>
        <p:spPr>
          <a:xfrm>
            <a:off x="1281361" y="1963913"/>
            <a:ext cx="8173338" cy="252376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DIPLOMADO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Diplomado,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 dirty="0"/>
              <a:t>                                                                                       Trujillo, {{FECHA_EMISION_LARGA}}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362E1B-A4E5-DC88-0390-73B34E4726FC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A192F85-2C6B-B92B-C190-F4FA20EB51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802D405-7755-D17A-C0CD-A45ACCBF5457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2DDF7-E4F2-F135-728A-3FA1C1101165}"/>
              </a:ext>
            </a:extLst>
          </p:cNvPr>
          <p:cNvSpPr txBox="1"/>
          <p:nvPr/>
        </p:nvSpPr>
        <p:spPr>
          <a:xfrm>
            <a:off x="2725953" y="155695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CC6A0A2-A49F-9156-0A87-7791B729372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B9901E-CB60-D444-3B1C-E7041FC618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6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FB78-3242-3CD9-774F-A3241012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F0B983CF-A7F1-A7BF-8BD0-52F02A1BB0D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99033C6-37D0-6682-3013-98407CB0992F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E30A7F7-93A9-386C-04AB-C8FC4B78AA8C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28BDDF7-6C8E-5C0F-41C4-CB7A233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9ED43BBA-F6D2-A2AD-1613-DA6841CCF636}"/>
              </a:ext>
            </a:extLst>
          </p:cNvPr>
          <p:cNvGraphicFramePr>
            <a:graphicFrameLocks noGrp="1"/>
          </p:cNvGraphicFramePr>
          <p:nvPr/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BA9A900D-139A-721B-672C-155CE66EB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44751"/>
              </p:ext>
            </p:extLst>
          </p:nvPr>
        </p:nvGraphicFramePr>
        <p:xfrm>
          <a:off x="3400260" y="1974652"/>
          <a:ext cx="6187190" cy="227003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23058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65359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4010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237D1F36-FA2A-95C8-6272-F3AAEA76F58F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3E35E4B-F6C0-83E7-E9DF-8A6723BDF14E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E971155-D29C-EB07-5854-E5D89002FC10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9C3BFE25-34B1-8BF9-2351-D294EF105361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61C2AA9-7B43-3F3E-A4C8-42214C10C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58311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BC6770D-961E-5EC1-D6CC-C6412F068BA8}"/>
              </a:ext>
            </a:extLst>
          </p:cNvPr>
          <p:cNvGraphicFramePr>
            <a:graphicFrameLocks noGrp="1"/>
          </p:cNvGraphicFramePr>
          <p:nvPr/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E6D12B0-AD70-3B07-764B-D17F996A3214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C2D622E-99B0-5E69-616C-62E2AB49A5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6722B3F-089A-8C72-E960-9655A53EBE98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B2FFBD-6153-F628-9ADC-434F4CD74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22870-D8E2-D2F7-6F10-883F0453060A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65F7484-98A0-4A3E-4FF1-CF5434F300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B010097-5CF9-6DA3-77D6-9D83934E0635}"/>
              </a:ext>
            </a:extLst>
          </p:cNvPr>
          <p:cNvSpPr txBox="1"/>
          <p:nvPr/>
        </p:nvSpPr>
        <p:spPr>
          <a:xfrm>
            <a:off x="1212419" y="469874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506461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40806</TotalTime>
  <Words>249</Words>
  <Application>Microsoft Office PowerPoint</Application>
  <PresentationFormat>A4 (210 x 297 mm)</PresentationFormat>
  <Paragraphs>55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484</cp:revision>
  <cp:lastPrinted>2025-10-06T22:25:57Z</cp:lastPrinted>
  <dcterms:created xsi:type="dcterms:W3CDTF">2021-04-21T14:50:50Z</dcterms:created>
  <dcterms:modified xsi:type="dcterms:W3CDTF">2026-09-12T12:50:25Z</dcterms:modified>
</cp:coreProperties>
</file>