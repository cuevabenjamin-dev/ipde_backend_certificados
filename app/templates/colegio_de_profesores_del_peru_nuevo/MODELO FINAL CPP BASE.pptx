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8" r:id="rId3"/>
    <p:sldId id="266" r:id="rId4"/>
    <p:sldId id="265" r:id="rId5"/>
    <p:sldId id="269" r:id="rId6"/>
    <p:sldId id="270" r:id="rId7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3BEB0B-C310-45A0-9CFC-853B2B23C926}" v="18" dt="2026-09-02T16:15:46.845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 sldOrd">
      <pc:chgData name="Benjamín de Jesús Cueva Niño de Guzmán" userId="56da303013910523" providerId="LiveId" clId="{532B7A48-8887-4F62-9537-0BA1FAE83637}" dt="2026-09-02T16:15:46.845" v="56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9-02T16:15:41.232" v="55"/>
        <pc:sldMkLst>
          <pc:docMk/>
          <pc:sldMk cId="1210459346" sldId="265"/>
        </pc:sldMkLst>
        <pc:spChg chg="mod">
          <ac:chgData name="Benjamín de Jesús Cueva Niño de Guzmán" userId="56da303013910523" providerId="LiveId" clId="{532B7A48-8887-4F62-9537-0BA1FAE83637}" dt="2026-09-02T16:15:41.232" v="55"/>
          <ac:spMkLst>
            <pc:docMk/>
            <pc:sldMk cId="1210459346" sldId="265"/>
            <ac:spMk id="7" creationId="{49081ECD-688F-63BB-9F1C-083B9BA30561}"/>
          </ac:spMkLst>
        </pc:spChg>
        <pc:graphicFrameChg chg="mod">
          <ac:chgData name="Benjamín de Jesús Cueva Niño de Guzmán" userId="56da303013910523" providerId="LiveId" clId="{532B7A48-8887-4F62-9537-0BA1FAE83637}" dt="2026-09-02T16:14:33.035" v="44"/>
          <ac:graphicFrameMkLst>
            <pc:docMk/>
            <pc:sldMk cId="1210459346" sldId="265"/>
            <ac:graphicFrameMk id="8" creationId="{11C258F6-7FFA-C757-36C8-C582C2743C3E}"/>
          </ac:graphicFrameMkLst>
        </pc:graphicFrameChg>
        <pc:graphicFrameChg chg="mod">
          <ac:chgData name="Benjamín de Jesús Cueva Niño de Guzmán" userId="56da303013910523" providerId="LiveId" clId="{532B7A48-8887-4F62-9537-0BA1FAE83637}" dt="2026-09-02T16:14:29.977" v="43"/>
          <ac:graphicFrameMkLst>
            <pc:docMk/>
            <pc:sldMk cId="1210459346" sldId="265"/>
            <ac:graphicFrameMk id="29" creationId="{00000000-0000-0000-0000-000000000000}"/>
          </ac:graphicFrameMkLst>
        </pc:graphicFrameChg>
        <pc:picChg chg="add mod">
          <ac:chgData name="Benjamín de Jesús Cueva Niño de Guzmán" userId="56da303013910523" providerId="LiveId" clId="{532B7A48-8887-4F62-9537-0BA1FAE83637}" dt="2026-09-02T16:14:26.627" v="42" actId="1076"/>
          <ac:picMkLst>
            <pc:docMk/>
            <pc:sldMk cId="1210459346" sldId="265"/>
            <ac:picMk id="10" creationId="{61FFD3D5-A897-CF11-C963-31B569D651B0}"/>
          </ac:picMkLst>
        </pc:picChg>
        <pc:picChg chg="del">
          <ac:chgData name="Benjamín de Jesús Cueva Niño de Guzmán" userId="56da303013910523" providerId="LiveId" clId="{532B7A48-8887-4F62-9537-0BA1FAE83637}" dt="2026-09-02T16:13:38.993" v="12" actId="478"/>
          <ac:picMkLst>
            <pc:docMk/>
            <pc:sldMk cId="1210459346" sldId="265"/>
            <ac:picMk id="11" creationId="{67A03A96-397F-350C-01A2-368AEAC67B66}"/>
          </ac:picMkLst>
        </pc:picChg>
      </pc:sldChg>
      <pc:sldChg chg="modSp mod">
        <pc:chgData name="Benjamín de Jesús Cueva Niño de Guzmán" userId="56da303013910523" providerId="LiveId" clId="{532B7A48-8887-4F62-9537-0BA1FAE83637}" dt="2026-09-02T16:14:20.118" v="40" actId="1038"/>
        <pc:sldMkLst>
          <pc:docMk/>
          <pc:sldMk cId="4016142022" sldId="266"/>
        </pc:sldMkLst>
        <pc:spChg chg="mod">
          <ac:chgData name="Benjamín de Jesús Cueva Niño de Guzmán" userId="56da303013910523" providerId="LiveId" clId="{532B7A48-8887-4F62-9537-0BA1FAE83637}" dt="2026-09-02T16:14:20.118" v="40" actId="1038"/>
          <ac:spMkLst>
            <pc:docMk/>
            <pc:sldMk cId="4016142022" sldId="266"/>
            <ac:spMk id="4" creationId="{40A2F2FD-F613-CEC4-F2B0-D138ADA44BD0}"/>
          </ac:spMkLst>
        </pc:spChg>
        <pc:spChg chg="mod">
          <ac:chgData name="Benjamín de Jesús Cueva Niño de Guzmán" userId="56da303013910523" providerId="LiveId" clId="{532B7A48-8887-4F62-9537-0BA1FAE83637}" dt="2026-09-02T16:13:32.040" v="9"/>
          <ac:spMkLst>
            <pc:docMk/>
            <pc:sldMk cId="4016142022" sldId="266"/>
            <ac:spMk id="6" creationId="{1F77317A-6493-EC05-0F64-383E64679753}"/>
          </ac:spMkLst>
        </pc:spChg>
      </pc:sldChg>
      <pc:sldChg chg="modSp mod ord">
        <pc:chgData name="Benjamín de Jesús Cueva Niño de Guzmán" userId="56da303013910523" providerId="LiveId" clId="{532B7A48-8887-4F62-9537-0BA1FAE83637}" dt="2026-09-02T16:13:50.949" v="26" actId="1038"/>
        <pc:sldMkLst>
          <pc:docMk/>
          <pc:sldMk cId="3426126948" sldId="267"/>
        </pc:sldMkLst>
        <pc:spChg chg="mod">
          <ac:chgData name="Benjamín de Jesús Cueva Niño de Guzmán" userId="56da303013910523" providerId="LiveId" clId="{532B7A48-8887-4F62-9537-0BA1FAE83637}" dt="2026-09-02T16:13:50.949" v="26" actId="1038"/>
          <ac:spMkLst>
            <pc:docMk/>
            <pc:sldMk cId="3426126948" sldId="267"/>
            <ac:spMk id="4" creationId="{9B3A316B-4B78-2D94-4CF6-1B76B3140DD6}"/>
          </ac:spMkLst>
        </pc:spChg>
        <pc:spChg chg="mod">
          <ac:chgData name="Benjamín de Jesús Cueva Niño de Guzmán" userId="56da303013910523" providerId="LiveId" clId="{532B7A48-8887-4F62-9537-0BA1FAE83637}" dt="2026-09-02T16:13:27.996" v="6"/>
          <ac:spMkLst>
            <pc:docMk/>
            <pc:sldMk cId="3426126948" sldId="267"/>
            <ac:spMk id="10" creationId="{8E36AD6A-1D97-4630-E3AB-14D2B057028A}"/>
          </ac:spMkLst>
        </pc:spChg>
      </pc:sldChg>
      <pc:sldChg chg="addSp delSp modSp mod ord">
        <pc:chgData name="Benjamín de Jesús Cueva Niño de Guzmán" userId="56da303013910523" providerId="LiveId" clId="{532B7A48-8887-4F62-9537-0BA1FAE83637}" dt="2026-09-02T16:15:46.845" v="56"/>
        <pc:sldMkLst>
          <pc:docMk/>
          <pc:sldMk cId="1788998755" sldId="268"/>
        </pc:sldMkLst>
        <pc:spChg chg="mod">
          <ac:chgData name="Benjamín de Jesús Cueva Niño de Guzmán" userId="56da303013910523" providerId="LiveId" clId="{532B7A48-8887-4F62-9537-0BA1FAE83637}" dt="2026-09-02T16:15:46.845" v="56"/>
          <ac:spMkLst>
            <pc:docMk/>
            <pc:sldMk cId="1788998755" sldId="268"/>
            <ac:spMk id="7" creationId="{019448CC-E0CB-52E8-11D7-EAC8DFEDE15B}"/>
          </ac:spMkLst>
        </pc:spChg>
        <pc:graphicFrameChg chg="mod">
          <ac:chgData name="Benjamín de Jesús Cueva Niño de Guzmán" userId="56da303013910523" providerId="LiveId" clId="{532B7A48-8887-4F62-9537-0BA1FAE83637}" dt="2026-09-02T16:13:59.782" v="28"/>
          <ac:graphicFrameMkLst>
            <pc:docMk/>
            <pc:sldMk cId="1788998755" sldId="268"/>
            <ac:graphicFrameMk id="8" creationId="{A56E0FB2-6465-DFBF-C2DA-6E580CC33B61}"/>
          </ac:graphicFrameMkLst>
        </pc:graphicFrameChg>
        <pc:graphicFrameChg chg="mod">
          <ac:chgData name="Benjamín de Jesús Cueva Niño de Guzmán" userId="56da303013910523" providerId="LiveId" clId="{532B7A48-8887-4F62-9537-0BA1FAE83637}" dt="2026-09-02T16:13:56.795" v="27"/>
          <ac:graphicFrameMkLst>
            <pc:docMk/>
            <pc:sldMk cId="1788998755" sldId="268"/>
            <ac:graphicFrameMk id="29" creationId="{BC60E830-44D8-9B36-A462-B08238CCC583}"/>
          </ac:graphicFrameMkLst>
        </pc:graphicFrameChg>
        <pc:picChg chg="add mod">
          <ac:chgData name="Benjamín de Jesús Cueva Niño de Guzmán" userId="56da303013910523" providerId="LiveId" clId="{532B7A48-8887-4F62-9537-0BA1FAE83637}" dt="2026-09-02T16:14:04.211" v="30" actId="1076"/>
          <ac:picMkLst>
            <pc:docMk/>
            <pc:sldMk cId="1788998755" sldId="268"/>
            <ac:picMk id="10" creationId="{212C5BB4-75D9-D57E-CCBE-9B0D505AB759}"/>
          </ac:picMkLst>
        </pc:picChg>
        <pc:picChg chg="del">
          <ac:chgData name="Benjamín de Jesús Cueva Niño de Guzmán" userId="56da303013910523" providerId="LiveId" clId="{532B7A48-8887-4F62-9537-0BA1FAE83637}" dt="2026-09-02T16:13:37.773" v="11" actId="478"/>
          <ac:picMkLst>
            <pc:docMk/>
            <pc:sldMk cId="1788998755" sldId="268"/>
            <ac:picMk id="11" creationId="{C15ED1A4-6CF2-AFC5-45DD-EE803863D675}"/>
          </ac:picMkLst>
        </pc:picChg>
      </pc:sldChg>
      <pc:sldChg chg="modSp mod">
        <pc:chgData name="Benjamín de Jesús Cueva Niño de Guzmán" userId="56da303013910523" providerId="LiveId" clId="{532B7A48-8887-4F62-9537-0BA1FAE83637}" dt="2026-09-02T16:15:21.406" v="49" actId="1038"/>
        <pc:sldMkLst>
          <pc:docMk/>
          <pc:sldMk cId="1274163932" sldId="269"/>
        </pc:sldMkLst>
        <pc:spChg chg="mod">
          <ac:chgData name="Benjamín de Jesús Cueva Niño de Guzmán" userId="56da303013910523" providerId="LiveId" clId="{532B7A48-8887-4F62-9537-0BA1FAE83637}" dt="2026-09-02T16:15:21.406" v="49" actId="1038"/>
          <ac:spMkLst>
            <pc:docMk/>
            <pc:sldMk cId="1274163932" sldId="269"/>
            <ac:spMk id="4" creationId="{E19A9426-D4A0-E74B-942E-70EDB4E5A481}"/>
          </ac:spMkLst>
        </pc:spChg>
        <pc:spChg chg="mod">
          <ac:chgData name="Benjamín de Jesús Cueva Niño de Guzmán" userId="56da303013910523" providerId="LiveId" clId="{532B7A48-8887-4F62-9537-0BA1FAE83637}" dt="2026-09-02T16:13:34.256" v="10"/>
          <ac:spMkLst>
            <pc:docMk/>
            <pc:sldMk cId="1274163932" sldId="269"/>
            <ac:spMk id="6" creationId="{3112DDF7-E4F2-F135-728A-3FA1C1101165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9-02T16:15:36.247" v="54"/>
        <pc:sldMkLst>
          <pc:docMk/>
          <pc:sldMk cId="1506461558" sldId="270"/>
        </pc:sldMkLst>
        <pc:spChg chg="mod">
          <ac:chgData name="Benjamín de Jesús Cueva Niño de Guzmán" userId="56da303013910523" providerId="LiveId" clId="{532B7A48-8887-4F62-9537-0BA1FAE83637}" dt="2026-09-02T16:15:36.247" v="54"/>
          <ac:spMkLst>
            <pc:docMk/>
            <pc:sldMk cId="1506461558" sldId="270"/>
            <ac:spMk id="7" creationId="{9C3BFE25-34B1-8BF9-2351-D294EF105361}"/>
          </ac:spMkLst>
        </pc:spChg>
        <pc:graphicFrameChg chg="mod">
          <ac:chgData name="Benjamín de Jesús Cueva Niño de Guzmán" userId="56da303013910523" providerId="LiveId" clId="{532B7A48-8887-4F62-9537-0BA1FAE83637}" dt="2026-09-02T16:15:26.488" v="50"/>
          <ac:graphicFrameMkLst>
            <pc:docMk/>
            <pc:sldMk cId="1506461558" sldId="270"/>
            <ac:graphicFrameMk id="8" creationId="{761C2AA9-7B43-3F3E-A4C8-42214C10CE9B}"/>
          </ac:graphicFrameMkLst>
        </pc:graphicFrameChg>
        <pc:graphicFrameChg chg="mod">
          <ac:chgData name="Benjamín de Jesús Cueva Niño de Guzmán" userId="56da303013910523" providerId="LiveId" clId="{532B7A48-8887-4F62-9537-0BA1FAE83637}" dt="2026-09-02T16:15:30.781" v="51"/>
          <ac:graphicFrameMkLst>
            <pc:docMk/>
            <pc:sldMk cId="1506461558" sldId="270"/>
            <ac:graphicFrameMk id="29" creationId="{BA9A900D-139A-721B-672C-155CE66EBE3B}"/>
          </ac:graphicFrameMkLst>
        </pc:graphicFrameChg>
        <pc:picChg chg="add mod">
          <ac:chgData name="Benjamín de Jesús Cueva Niño de Guzmán" userId="56da303013910523" providerId="LiveId" clId="{532B7A48-8887-4F62-9537-0BA1FAE83637}" dt="2026-09-02T16:15:33.678" v="53" actId="1076"/>
          <ac:picMkLst>
            <pc:docMk/>
            <pc:sldMk cId="1506461558" sldId="270"/>
            <ac:picMk id="10" creationId="{310D963A-337C-167C-0C5C-0DF8C08165EC}"/>
          </ac:picMkLst>
        </pc:picChg>
        <pc:picChg chg="del">
          <ac:chgData name="Benjamín de Jesús Cueva Niño de Guzmán" userId="56da303013910523" providerId="LiveId" clId="{532B7A48-8887-4F62-9537-0BA1FAE83637}" dt="2026-09-02T16:13:40.838" v="13" actId="478"/>
          <ac:picMkLst>
            <pc:docMk/>
            <pc:sldMk cId="1506461558" sldId="270"/>
            <ac:picMk id="11" creationId="{7032E32D-729F-304D-8F4E-561B219DD2E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4EBA-B706-DFBE-1F93-AE93B4D9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8546D11-03DB-16B2-13D2-BD32FAD2402F}"/>
              </a:ext>
            </a:extLst>
          </p:cNvPr>
          <p:cNvSpPr/>
          <p:nvPr/>
        </p:nvSpPr>
        <p:spPr>
          <a:xfrm>
            <a:off x="17252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5727560-3961-9AAA-D71D-392D050E03F5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AC3064B-A101-F690-88DA-23B2970F6BFF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AE1658-446C-C67E-EB02-4339E25D0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89" y="957773"/>
            <a:ext cx="3551656" cy="46531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8C6A532-213C-67F2-0FB9-9EF312BEC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54D59F2-B0AB-4E89-C027-CB6469A61CCF}"/>
              </a:ext>
            </a:extLst>
          </p:cNvPr>
          <p:cNvSpPr txBox="1"/>
          <p:nvPr/>
        </p:nvSpPr>
        <p:spPr>
          <a:xfrm>
            <a:off x="4387174" y="1665659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4DEBADB-BAA4-9ED5-BE7D-C84CC289FF61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B3A316B-4B78-2D94-4CF6-1B76B3140DD6}"/>
              </a:ext>
            </a:extLst>
          </p:cNvPr>
          <p:cNvSpPr txBox="1"/>
          <p:nvPr/>
        </p:nvSpPr>
        <p:spPr>
          <a:xfrm>
            <a:off x="1067174" y="2357406"/>
            <a:ext cx="8488392" cy="2523768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PROGRAMA </a:t>
            </a:r>
          </a:p>
          <a:p>
            <a:pPr algn="ctr"/>
            <a:r>
              <a:rPr lang="es-PE" b="1" dirty="0"/>
              <a:t>DE ESPECIALIZACIÓN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“DISEÑO UNIVERSAL PARA EL APRENDIZAJE”</a:t>
            </a:r>
          </a:p>
          <a:p>
            <a:pPr algn="ctr"/>
            <a:r>
              <a:rPr lang="es-PE" b="1" dirty="0"/>
              <a:t>Realizado del 20 de Enero del 2025 al 23 de Enero del 2026, con una</a:t>
            </a:r>
          </a:p>
          <a:p>
            <a:pPr algn="ctr"/>
            <a:r>
              <a:rPr lang="es-PE" b="1" dirty="0"/>
              <a:t>duración de 1200 horas lectivas y 40 créditos Académicos.</a:t>
            </a:r>
          </a:p>
          <a:p>
            <a:pPr algn="ctr"/>
            <a:r>
              <a:rPr lang="es-PE" b="1" dirty="0"/>
              <a:t>Por tanto, se expide el presente Programa de Especialización,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23 de Enero del 2026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FC32A7C-9299-BB64-1EEC-864FF6D9CDB7}"/>
              </a:ext>
            </a:extLst>
          </p:cNvPr>
          <p:cNvSpPr/>
          <p:nvPr/>
        </p:nvSpPr>
        <p:spPr>
          <a:xfrm>
            <a:off x="804130" y="157397"/>
            <a:ext cx="477230" cy="6529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4F3E04E-EFC3-D1FB-3D28-174716AD36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96" y="329532"/>
            <a:ext cx="2338940" cy="8505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9A418B8-244A-4C0B-2B38-808C4C729B86}"/>
              </a:ext>
            </a:extLst>
          </p:cNvPr>
          <p:cNvSpPr txBox="1"/>
          <p:nvPr/>
        </p:nvSpPr>
        <p:spPr>
          <a:xfrm>
            <a:off x="1540910" y="1023782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endParaRPr lang="es-PE" sz="1600" b="1" dirty="0"/>
          </a:p>
          <a:p>
            <a:r>
              <a:rPr lang="es-PE" sz="1600" b="1" dirty="0"/>
              <a:t>0013 2025 DRP LM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BBF08D4-6922-6008-4CC6-B9022DC333BF}"/>
              </a:ext>
            </a:extLst>
          </p:cNvPr>
          <p:cNvSpPr txBox="1"/>
          <p:nvPr/>
        </p:nvSpPr>
        <p:spPr>
          <a:xfrm>
            <a:off x="3272511" y="719027"/>
            <a:ext cx="36295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200" dirty="0">
                <a:latin typeface="Algerian" panose="04020705040A02060702" pitchFamily="82" charset="0"/>
              </a:rPr>
              <a:t>Programa de</a:t>
            </a:r>
          </a:p>
          <a:p>
            <a:pPr algn="ctr"/>
            <a:r>
              <a:rPr lang="es-PE" sz="3200" dirty="0">
                <a:latin typeface="Algerian" panose="04020705040A02060702" pitchFamily="82" charset="0"/>
              </a:rPr>
              <a:t>especialización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E36AD6A-1D97-4630-E3AB-14D2B057028A}"/>
              </a:ext>
            </a:extLst>
          </p:cNvPr>
          <p:cNvSpPr txBox="1"/>
          <p:nvPr/>
        </p:nvSpPr>
        <p:spPr>
          <a:xfrm>
            <a:off x="3068204" y="1933245"/>
            <a:ext cx="4204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PIO ANGEL OLIVAS GARAY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D8C75F0-C54C-6710-D259-A640174D14BB}"/>
              </a:ext>
            </a:extLst>
          </p:cNvPr>
          <p:cNvSpPr txBox="1"/>
          <p:nvPr/>
        </p:nvSpPr>
        <p:spPr>
          <a:xfrm>
            <a:off x="6069743" y="6059895"/>
            <a:ext cx="2486579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CHRISTIAAN QUIÑONES CARLOS</a:t>
            </a:r>
          </a:p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cxnSp>
        <p:nvCxnSpPr>
          <p:cNvPr id="21" name="Conector recto 20"/>
          <p:cNvCxnSpPr/>
          <p:nvPr/>
        </p:nvCxnSpPr>
        <p:spPr>
          <a:xfrm>
            <a:off x="5760345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2607818" y="6239140"/>
            <a:ext cx="180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DECANO REGIONAL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420935" y="6067741"/>
            <a:ext cx="21739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HANNOWER VELA VASQUEZ</a:t>
            </a:r>
          </a:p>
        </p:txBody>
      </p:sp>
      <p:cxnSp>
        <p:nvCxnSpPr>
          <p:cNvPr id="28" name="Conector recto 27"/>
          <p:cNvCxnSpPr/>
          <p:nvPr/>
        </p:nvCxnSpPr>
        <p:spPr>
          <a:xfrm>
            <a:off x="2146218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37939F18-26F4-70E9-E57D-7A2958F22FEE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826FD26-FEC8-A3B7-B703-118122EE2D7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6990"/>
          <a:stretch/>
        </p:blipFill>
        <p:spPr>
          <a:xfrm>
            <a:off x="5292874" y="5050014"/>
            <a:ext cx="3632406" cy="155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12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3290E-AA8D-09A4-45C8-0C3EA434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18C121C6-5A7C-2D0A-507A-C9F9B97069D3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83B43FB-F612-42C2-B81D-82E171AB6756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848A7F59-EA1C-5A3A-7BAA-D4A1FFE00D6F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580681F4-56AD-43A5-75C2-E7131BB1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027" y="957773"/>
            <a:ext cx="3413074" cy="4653126"/>
          </a:xfrm>
          <a:prstGeom prst="rect">
            <a:avLst/>
          </a:prstGeom>
        </p:spPr>
      </p:pic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5450538A-FAD7-9992-AFEC-4555175A390E}"/>
              </a:ext>
            </a:extLst>
          </p:cNvPr>
          <p:cNvGraphicFramePr>
            <a:graphicFrameLocks noGrp="1"/>
          </p:cNvGraphicFramePr>
          <p:nvPr/>
        </p:nvGraphicFramePr>
        <p:xfrm>
          <a:off x="3400259" y="1539657"/>
          <a:ext cx="6187190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87190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BC60E830-44D8-9B36-A462-B08238CCC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121361"/>
              </p:ext>
            </p:extLst>
          </p:nvPr>
        </p:nvGraphicFramePr>
        <p:xfrm>
          <a:off x="3400260" y="1974652"/>
          <a:ext cx="6187190" cy="274727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66630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20560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FUNDAMENTOS Y PRINCIPIOS DEL DISEÑO UNIVERSAL PARA EL APRENDIZAJE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NEUROCIENCIA DEL APRENDIZAJE APLICADA AL DUA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PLANIFICACIÓN CURRICULAR INCLUSIVA BASADA EN PRINCIPIOS DUA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ESTRATEGIAS DE INSTRUCCIÓN MULTISENSORIAL Y ACCESIBLE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DISEÑO Y ADAPTACIÓN DE MATERIALES EDUCATIVOS ACCESIBLES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EVALUACIÓN FORMATIVA Y SUMATIVA INCLUSIVA CON VARIADAS EVIDENCIAS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TECNOLOGÍAS Y HERRAMIENTAS DIGITALES PARA LA ACCESIBILIDAD EDUCATIVA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920499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IMPLEMENTACIÓN INSTITUCIONAL Y POLÍTICAS PARA LA FORMACIÓN DOCENTE EN DUA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252199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62F467EE-80BF-A9A1-FE69-075C3FC4FAA5}"/>
              </a:ext>
            </a:extLst>
          </p:cNvPr>
          <p:cNvGrpSpPr/>
          <p:nvPr/>
        </p:nvGrpSpPr>
        <p:grpSpPr>
          <a:xfrm>
            <a:off x="772950" y="6108603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508745CE-0A7A-1D8D-0B4E-49A8755DF3B9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968FADDA-899A-5887-24D0-D4D8F1A4AE52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019448CC-E0CB-52E8-11D7-EAC8DFEDE15B}"/>
              </a:ext>
            </a:extLst>
          </p:cNvPr>
          <p:cNvSpPr/>
          <p:nvPr/>
        </p:nvSpPr>
        <p:spPr>
          <a:xfrm>
            <a:off x="846165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cpp090208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A56E0FB2-6465-DFBF-C2DA-6E580CC33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82805"/>
              </p:ext>
            </p:extLst>
          </p:nvPr>
        </p:nvGraphicFramePr>
        <p:xfrm>
          <a:off x="389194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0020423 - 2026 - POG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23/01/2026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2C38139-22B9-5400-1736-B83ADEDF13E5}"/>
              </a:ext>
            </a:extLst>
          </p:cNvPr>
          <p:cNvGraphicFramePr>
            <a:graphicFrameLocks noGrp="1"/>
          </p:cNvGraphicFramePr>
          <p:nvPr/>
        </p:nvGraphicFramePr>
        <p:xfrm>
          <a:off x="389194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2ACEA089-CCB4-BEF2-B042-20D79323A2C3}"/>
              </a:ext>
            </a:extLst>
          </p:cNvPr>
          <p:cNvSpPr txBox="1"/>
          <p:nvPr/>
        </p:nvSpPr>
        <p:spPr>
          <a:xfrm>
            <a:off x="583386" y="1023782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r>
              <a:rPr lang="es-PE" sz="1600" b="1" dirty="0"/>
              <a:t> </a:t>
            </a:r>
          </a:p>
          <a:p>
            <a:r>
              <a:rPr lang="es-PE" sz="1600" b="1" dirty="0"/>
              <a:t>0013 2025 DRP LM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8587D84-D37E-B0CC-AA4B-EECBA58D60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1" y="329532"/>
            <a:ext cx="2338940" cy="85052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049EB23-9903-59B5-CBAA-E6A0DFA96984}"/>
              </a:ext>
            </a:extLst>
          </p:cNvPr>
          <p:cNvSpPr txBox="1"/>
          <p:nvPr/>
        </p:nvSpPr>
        <p:spPr>
          <a:xfrm>
            <a:off x="3779282" y="611903"/>
            <a:ext cx="234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Arial Rounded MT Bold" panose="020F0704030504030204" pitchFamily="34" charset="0"/>
              </a:rPr>
              <a:t>CERTIFICADO DE ESTUDIOS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45FAA96-EF90-303A-14D1-626B01768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5084425B-70F1-3286-88A3-730730B81B46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54FE4D1-CE78-0DAD-69F7-5BBA528363D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pic>
        <p:nvPicPr>
          <p:cNvPr id="10" name="Picture 29" descr="image.png">
            <a:extLst>
              <a:ext uri="{FF2B5EF4-FFF2-40B4-BE49-F238E27FC236}">
                <a16:creationId xmlns:a16="http://schemas.microsoft.com/office/drawing/2014/main" id="{212C5BB4-75D9-D57E-CCBE-9B0D505AB7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1378" y="4721926"/>
            <a:ext cx="1000799" cy="10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9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ECAC-27F7-B0D8-BA1E-E70A6C9A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DE212C-58CF-972E-E902-32AF1868BCBF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3D862EA-4231-619F-0E7E-79A7300382FE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A0FCE1D-CE1A-B412-59E6-DE8BD393CD1A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1A4BA0-9836-782E-D24A-4E81C2660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89" y="957773"/>
            <a:ext cx="3551656" cy="46531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F8D1D3E-1CA6-DEB6-33B8-C4BB72CA9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584B8A2E-4DCF-329F-AE04-CA11563C1DCC}"/>
              </a:ext>
            </a:extLst>
          </p:cNvPr>
          <p:cNvSpPr txBox="1"/>
          <p:nvPr/>
        </p:nvSpPr>
        <p:spPr>
          <a:xfrm>
            <a:off x="3537823" y="775757"/>
            <a:ext cx="32271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DIPLOMADO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0FAD93-7746-A444-0343-C7BF765AAA08}"/>
              </a:ext>
            </a:extLst>
          </p:cNvPr>
          <p:cNvSpPr txBox="1"/>
          <p:nvPr/>
        </p:nvSpPr>
        <p:spPr>
          <a:xfrm>
            <a:off x="4537572" y="1340914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83079FA-13E4-B458-5ED4-1EA678CD8477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A2F2FD-F613-CEC4-F2B0-D138ADA44BD0}"/>
              </a:ext>
            </a:extLst>
          </p:cNvPr>
          <p:cNvSpPr txBox="1"/>
          <p:nvPr/>
        </p:nvSpPr>
        <p:spPr>
          <a:xfrm>
            <a:off x="1358992" y="1963913"/>
            <a:ext cx="7992189" cy="2677656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DIPLOMADO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“ESTRATEGIAS DIDÁCTICAS Y ACTIVAS, APRENDIZAJE COOPERATIVO”</a:t>
            </a:r>
          </a:p>
          <a:p>
            <a:pPr algn="ctr"/>
            <a:r>
              <a:rPr lang="es-PE" b="1" dirty="0"/>
              <a:t>Realizado del 11 de Agosto del 2025 al 14 de Agosto del 2026, con una</a:t>
            </a:r>
          </a:p>
          <a:p>
            <a:pPr algn="ctr"/>
            <a:r>
              <a:rPr lang="es-PE" b="1" dirty="0"/>
              <a:t>duración de 1200 horas lectivas y 40 créditos Académicos.</a:t>
            </a:r>
          </a:p>
          <a:p>
            <a:pPr algn="ctr"/>
            <a:r>
              <a:rPr lang="es-PE" b="1" dirty="0"/>
              <a:t>Por tanto, se expide el presente Diplomado, otorgándole los 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14 de Agosto del 2026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0560D5C-640D-6326-8B6A-7CC6D9E5DABF}"/>
              </a:ext>
            </a:extLst>
          </p:cNvPr>
          <p:cNvSpPr/>
          <p:nvPr/>
        </p:nvSpPr>
        <p:spPr>
          <a:xfrm>
            <a:off x="804130" y="157397"/>
            <a:ext cx="477230" cy="6529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17FC1135-54A1-1874-7E9B-EC2A2B6975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96" y="329532"/>
            <a:ext cx="2338940" cy="8505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5ABE247-D956-382C-8591-9C0A09EE8876}"/>
              </a:ext>
            </a:extLst>
          </p:cNvPr>
          <p:cNvSpPr txBox="1"/>
          <p:nvPr/>
        </p:nvSpPr>
        <p:spPr>
          <a:xfrm>
            <a:off x="1540910" y="1023782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endParaRPr lang="es-PE" sz="1600" b="1" dirty="0"/>
          </a:p>
          <a:p>
            <a:r>
              <a:rPr lang="es-PE" sz="1600" b="1" dirty="0"/>
              <a:t>0013 2025 DRP LM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F77317A-6493-EC05-0F64-383E64679753}"/>
              </a:ext>
            </a:extLst>
          </p:cNvPr>
          <p:cNvSpPr txBox="1"/>
          <p:nvPr/>
        </p:nvSpPr>
        <p:spPr>
          <a:xfrm>
            <a:off x="3083417" y="1556955"/>
            <a:ext cx="4204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PIO ANGEL OLIVAS GARAY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D8C75F0-C54C-6710-D259-A640174D14BB}"/>
              </a:ext>
            </a:extLst>
          </p:cNvPr>
          <p:cNvSpPr txBox="1"/>
          <p:nvPr/>
        </p:nvSpPr>
        <p:spPr>
          <a:xfrm>
            <a:off x="6069743" y="6059895"/>
            <a:ext cx="2486579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CHRISTIAAN QUIÑONES CARLOS</a:t>
            </a:r>
          </a:p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cxnSp>
        <p:nvCxnSpPr>
          <p:cNvPr id="21" name="Conector recto 20"/>
          <p:cNvCxnSpPr/>
          <p:nvPr/>
        </p:nvCxnSpPr>
        <p:spPr>
          <a:xfrm>
            <a:off x="5760345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2607818" y="6239140"/>
            <a:ext cx="180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DECANO REGIONAL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420935" y="6067741"/>
            <a:ext cx="21739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HANNOWER VELA VASQUEZ</a:t>
            </a:r>
          </a:p>
        </p:txBody>
      </p:sp>
      <p:cxnSp>
        <p:nvCxnSpPr>
          <p:cNvPr id="28" name="Conector recto 27"/>
          <p:cNvCxnSpPr/>
          <p:nvPr/>
        </p:nvCxnSpPr>
        <p:spPr>
          <a:xfrm>
            <a:off x="2146218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89F37D68-6F5B-B601-A520-FA54390EE578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9EA744-497C-8413-6842-CB70162C3EA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6990"/>
          <a:stretch/>
        </p:blipFill>
        <p:spPr>
          <a:xfrm>
            <a:off x="5292874" y="5050014"/>
            <a:ext cx="3632406" cy="155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42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E1923D11-373C-B024-B747-D17D682A5E25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9CE011A1-223E-2A85-4F1E-ED99C53800B4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1DCF864-5BDB-EE73-0B43-30E21E439647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027" y="957773"/>
            <a:ext cx="3413074" cy="4653126"/>
          </a:xfrm>
          <a:prstGeom prst="rect">
            <a:avLst/>
          </a:prstGeom>
        </p:spPr>
      </p:pic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834993"/>
              </p:ext>
            </p:extLst>
          </p:nvPr>
        </p:nvGraphicFramePr>
        <p:xfrm>
          <a:off x="3400259" y="1539657"/>
          <a:ext cx="6187190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87190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335499"/>
              </p:ext>
            </p:extLst>
          </p:nvPr>
        </p:nvGraphicFramePr>
        <p:xfrm>
          <a:off x="3400260" y="1974652"/>
          <a:ext cx="6187190" cy="250343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66630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20560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FUNDAMENTOS DEL APRENDIZAJE ACTIVO Y EVIDENCIA EDUCATIVA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DISEÑO DE ACTIVIDADES CENTRADAS EN EL ESTUDIANTE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ESTRATEGIAS DE ENSEÑANZA COOPERATIVA: MODELOS Y APLICACIONES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DINÁMICAS DE GRUPO Y ROLES COOPERATIVOS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EVALUACIÓN FORMATIVA EN ENTORNOS COOPERATIVOS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INTEGRACIÓN DE TECNOLOGÍAS PARA EL APRENDIZAJE ACTIVO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RESOLUCIÓN DE CONFLICTOS Y GESTIÓN DE LA COLABORACIÓN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920499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DISEÑO DE PROYECTOS COOPERATIVOS ORIENTADOS POR COMPETENCIAS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457534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88C0BA8B-4E11-B12F-E807-4C72E622D916}"/>
              </a:ext>
            </a:extLst>
          </p:cNvPr>
          <p:cNvGrpSpPr/>
          <p:nvPr/>
        </p:nvGrpSpPr>
        <p:grpSpPr>
          <a:xfrm>
            <a:off x="772950" y="6108603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BD1DCD1A-7261-AC6D-14D6-5DB8805921C6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24B3D58-1579-F0B4-D6F4-46CD620672E8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49081ECD-688F-63BB-9F1C-083B9BA30561}"/>
              </a:ext>
            </a:extLst>
          </p:cNvPr>
          <p:cNvSpPr/>
          <p:nvPr/>
        </p:nvSpPr>
        <p:spPr>
          <a:xfrm>
            <a:off x="846165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cpp090209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11C258F6-7FFA-C757-36C8-C582C2743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0832"/>
              </p:ext>
            </p:extLst>
          </p:nvPr>
        </p:nvGraphicFramePr>
        <p:xfrm>
          <a:off x="389194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0026814 - 2026 - POG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14/08/2026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798186E-09A5-8967-890F-37006A1DA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515408"/>
              </p:ext>
            </p:extLst>
          </p:nvPr>
        </p:nvGraphicFramePr>
        <p:xfrm>
          <a:off x="389194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18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33EDA946-A4CD-0904-409F-D783CC0ED188}"/>
              </a:ext>
            </a:extLst>
          </p:cNvPr>
          <p:cNvSpPr txBox="1"/>
          <p:nvPr/>
        </p:nvSpPr>
        <p:spPr>
          <a:xfrm>
            <a:off x="583386" y="1023782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r>
              <a:rPr lang="es-PE" sz="1600" b="1" dirty="0"/>
              <a:t> </a:t>
            </a:r>
          </a:p>
          <a:p>
            <a:r>
              <a:rPr lang="es-PE" sz="1600" b="1" dirty="0"/>
              <a:t>0013 2025 DRP LM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FF92FAA-B18A-5B6C-43BD-1C6435D383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1" y="329532"/>
            <a:ext cx="2338940" cy="85052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DE63B69-F8D2-A9B3-32D5-A2CEEB29C776}"/>
              </a:ext>
            </a:extLst>
          </p:cNvPr>
          <p:cNvSpPr txBox="1"/>
          <p:nvPr/>
        </p:nvSpPr>
        <p:spPr>
          <a:xfrm>
            <a:off x="3779282" y="611903"/>
            <a:ext cx="234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Arial Rounded MT Bold" panose="020F0704030504030204" pitchFamily="34" charset="0"/>
              </a:rPr>
              <a:t>CERTIFICADO DE ESTUDIOS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33AD7B7-C87A-E8C2-9FAC-B3AE57217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5DAC319C-18AF-DE53-457C-FD2335F31ED0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BEA30CF-6255-ABF5-FC74-E0AF1AB8AFA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pic>
        <p:nvPicPr>
          <p:cNvPr id="10" name="Picture 29" descr="image.png">
            <a:extLst>
              <a:ext uri="{FF2B5EF4-FFF2-40B4-BE49-F238E27FC236}">
                <a16:creationId xmlns:a16="http://schemas.microsoft.com/office/drawing/2014/main" id="{61FFD3D5-A897-CF11-C963-31B569D65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1378" y="4727043"/>
            <a:ext cx="1000799" cy="10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59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5621-72CA-D763-3402-9EE6D4EC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45A4FD1-A989-4A1B-171F-06544999BB3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12E5052-A7D2-5073-4120-67D9972BF22C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D35588-B0BE-750A-233E-F2089545AA88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856D83-1C79-E8F1-C546-A1EC8FE0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89" y="957773"/>
            <a:ext cx="3551656" cy="46531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687948D-294D-CF5E-57A3-FA054968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6CA7BF8-E20E-DBD5-4765-C1BBE02ABEE7}"/>
              </a:ext>
            </a:extLst>
          </p:cNvPr>
          <p:cNvSpPr txBox="1"/>
          <p:nvPr/>
        </p:nvSpPr>
        <p:spPr>
          <a:xfrm>
            <a:off x="3323024" y="77575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712B27-EF04-B191-0C57-7B731FF08A28}"/>
              </a:ext>
            </a:extLst>
          </p:cNvPr>
          <p:cNvSpPr txBox="1"/>
          <p:nvPr/>
        </p:nvSpPr>
        <p:spPr>
          <a:xfrm>
            <a:off x="4537572" y="1340914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57A15D0-9DA2-A0D9-29DB-BB95A58BB560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9A9426-D4A0-E74B-942E-70EDB4E5A481}"/>
              </a:ext>
            </a:extLst>
          </p:cNvPr>
          <p:cNvSpPr txBox="1"/>
          <p:nvPr/>
        </p:nvSpPr>
        <p:spPr>
          <a:xfrm>
            <a:off x="1173193" y="1963913"/>
            <a:ext cx="8113585" cy="2246769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CURSO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“GESTIÓN DEL AULA Y CONVIVENCIA ESCOLAR”</a:t>
            </a:r>
          </a:p>
          <a:p>
            <a:pPr algn="ctr"/>
            <a:r>
              <a:rPr lang="es-PE" b="1" dirty="0"/>
              <a:t>Realizado del 20 de Abril al 26 de Junio del 2026, con una</a:t>
            </a:r>
          </a:p>
          <a:p>
            <a:pPr algn="ctr"/>
            <a:r>
              <a:rPr lang="es-PE" b="1" dirty="0"/>
              <a:t>duración de 240 horas lectivas y 15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26 de Junio del 2026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362E1B-A4E5-DC88-0390-73B34E4726FC}"/>
              </a:ext>
            </a:extLst>
          </p:cNvPr>
          <p:cNvSpPr/>
          <p:nvPr/>
        </p:nvSpPr>
        <p:spPr>
          <a:xfrm>
            <a:off x="804130" y="157397"/>
            <a:ext cx="477230" cy="6529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A192F85-2C6B-B92B-C190-F4FA20EB51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96" y="329532"/>
            <a:ext cx="2338940" cy="8505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802D405-7755-D17A-C0CD-A45ACCBF5457}"/>
              </a:ext>
            </a:extLst>
          </p:cNvPr>
          <p:cNvSpPr txBox="1"/>
          <p:nvPr/>
        </p:nvSpPr>
        <p:spPr>
          <a:xfrm>
            <a:off x="1540910" y="1023782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endParaRPr lang="es-PE" sz="1600" b="1" dirty="0"/>
          </a:p>
          <a:p>
            <a:r>
              <a:rPr lang="es-PE" sz="1600" b="1" dirty="0"/>
              <a:t>0013 2025 DRP LM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12DDF7-E4F2-F135-728A-3FA1C1101165}"/>
              </a:ext>
            </a:extLst>
          </p:cNvPr>
          <p:cNvSpPr txBox="1"/>
          <p:nvPr/>
        </p:nvSpPr>
        <p:spPr>
          <a:xfrm>
            <a:off x="3083417" y="1556955"/>
            <a:ext cx="4204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PIO ANGEL OLIVAS GARAY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D8C75F0-C54C-6710-D259-A640174D14BB}"/>
              </a:ext>
            </a:extLst>
          </p:cNvPr>
          <p:cNvSpPr txBox="1"/>
          <p:nvPr/>
        </p:nvSpPr>
        <p:spPr>
          <a:xfrm>
            <a:off x="6069743" y="6059895"/>
            <a:ext cx="2486579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CHRISTIAAN QUIÑONES CARLOS</a:t>
            </a:r>
          </a:p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cxnSp>
        <p:nvCxnSpPr>
          <p:cNvPr id="21" name="Conector recto 20"/>
          <p:cNvCxnSpPr/>
          <p:nvPr/>
        </p:nvCxnSpPr>
        <p:spPr>
          <a:xfrm>
            <a:off x="5760345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2607818" y="6239140"/>
            <a:ext cx="180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DECANO REGIONAL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420935" y="6067741"/>
            <a:ext cx="21739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HANNOWER VELA VASQUEZ</a:t>
            </a:r>
          </a:p>
        </p:txBody>
      </p:sp>
      <p:cxnSp>
        <p:nvCxnSpPr>
          <p:cNvPr id="28" name="Conector recto 27"/>
          <p:cNvCxnSpPr/>
          <p:nvPr/>
        </p:nvCxnSpPr>
        <p:spPr>
          <a:xfrm>
            <a:off x="2146218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CC6A0A2-A49F-9156-0A87-7791B729372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B9901E-CB60-D444-3B1C-E7041FC618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6990"/>
          <a:stretch/>
        </p:blipFill>
        <p:spPr>
          <a:xfrm>
            <a:off x="5292874" y="5050014"/>
            <a:ext cx="3632406" cy="155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63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FB78-3242-3CD9-774F-A3241012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F0B983CF-A7F1-A7BF-8BD0-52F02A1BB0D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99033C6-37D0-6682-3013-98407CB0992F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E30A7F7-93A9-386C-04AB-C8FC4B78AA8C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28BDDF7-6C8E-5C0F-41C4-CB7A233E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027" y="957773"/>
            <a:ext cx="3413074" cy="4653126"/>
          </a:xfrm>
          <a:prstGeom prst="rect">
            <a:avLst/>
          </a:prstGeom>
        </p:spPr>
      </p:pic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9ED43BBA-F6D2-A2AD-1613-DA6841CCF636}"/>
              </a:ext>
            </a:extLst>
          </p:cNvPr>
          <p:cNvGraphicFramePr>
            <a:graphicFrameLocks noGrp="1"/>
          </p:cNvGraphicFramePr>
          <p:nvPr/>
        </p:nvGraphicFramePr>
        <p:xfrm>
          <a:off x="3400259" y="1539657"/>
          <a:ext cx="6187190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87190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BA9A900D-139A-721B-672C-155CE66EB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996769"/>
              </p:ext>
            </p:extLst>
          </p:nvPr>
        </p:nvGraphicFramePr>
        <p:xfrm>
          <a:off x="3400260" y="1974652"/>
          <a:ext cx="6187190" cy="14927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66630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20560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FUNDAMENTOS DE CONVIVENCIA Y CLIMA ESCOLAR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GESTIÓN DEL AULA: ESTRATEGIAS Y ORGANIZACIÓN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PREVENCIÓN Y RESOLUCIÓN DE CONFLICTOS ESCOLARES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INCLUSIÓN EDUCATIVA Y ATENCIÓN A LA DIVERSIDAD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PARTICIPACIÓN FAMILIAR Y COMUNIDAD EDUCATIVA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237D1F36-FA2A-95C8-6272-F3AAEA76F58F}"/>
              </a:ext>
            </a:extLst>
          </p:cNvPr>
          <p:cNvGrpSpPr/>
          <p:nvPr/>
        </p:nvGrpSpPr>
        <p:grpSpPr>
          <a:xfrm>
            <a:off x="772950" y="6108603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3E35E4B-F6C0-83E7-E9DF-8A6723BDF14E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8E971155-D29C-EB07-5854-E5D89002FC10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9C3BFE25-34B1-8BF9-2351-D294EF105361}"/>
              </a:ext>
            </a:extLst>
          </p:cNvPr>
          <p:cNvSpPr/>
          <p:nvPr/>
        </p:nvSpPr>
        <p:spPr>
          <a:xfrm>
            <a:off x="846165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cpp090210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61C2AA9-7B43-3F3E-A4C8-42214C10C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59073"/>
              </p:ext>
            </p:extLst>
          </p:nvPr>
        </p:nvGraphicFramePr>
        <p:xfrm>
          <a:off x="389194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0024326 - 2026 - POG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26/06/2026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BC6770D-961E-5EC1-D6CC-C6412F068BA8}"/>
              </a:ext>
            </a:extLst>
          </p:cNvPr>
          <p:cNvGraphicFramePr>
            <a:graphicFrameLocks noGrp="1"/>
          </p:cNvGraphicFramePr>
          <p:nvPr/>
        </p:nvGraphicFramePr>
        <p:xfrm>
          <a:off x="389194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BE6D12B0-AD70-3B07-764B-D17F996A3214}"/>
              </a:ext>
            </a:extLst>
          </p:cNvPr>
          <p:cNvSpPr txBox="1"/>
          <p:nvPr/>
        </p:nvSpPr>
        <p:spPr>
          <a:xfrm>
            <a:off x="583386" y="1023782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r>
              <a:rPr lang="es-PE" sz="1600" b="1" dirty="0"/>
              <a:t> </a:t>
            </a:r>
          </a:p>
          <a:p>
            <a:r>
              <a:rPr lang="es-PE" sz="1600" b="1" dirty="0"/>
              <a:t>0013 2025 DRP LM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C2D622E-99B0-5E69-616C-62E2AB49A5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1" y="329532"/>
            <a:ext cx="2338940" cy="85052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6722B3F-089A-8C72-E960-9655A53EBE98}"/>
              </a:ext>
            </a:extLst>
          </p:cNvPr>
          <p:cNvSpPr txBox="1"/>
          <p:nvPr/>
        </p:nvSpPr>
        <p:spPr>
          <a:xfrm>
            <a:off x="3779282" y="611903"/>
            <a:ext cx="234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Arial Rounded MT Bold" panose="020F0704030504030204" pitchFamily="34" charset="0"/>
              </a:rPr>
              <a:t>CERTIFICADO DE ESTUDIOS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5B2FFBD-6153-F628-9ADC-434F4CD74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F822870-D8E2-D2F7-6F10-883F0453060A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65F7484-98A0-4A3E-4FF1-CF5434F300F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pic>
        <p:nvPicPr>
          <p:cNvPr id="10" name="Picture 29" descr="image.png">
            <a:extLst>
              <a:ext uri="{FF2B5EF4-FFF2-40B4-BE49-F238E27FC236}">
                <a16:creationId xmlns:a16="http://schemas.microsoft.com/office/drawing/2014/main" id="{310D963A-337C-167C-0C5C-0DF8C08165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0864" y="4727043"/>
            <a:ext cx="1000799" cy="10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61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40802</TotalTime>
  <Words>695</Words>
  <Application>Microsoft Office PowerPoint</Application>
  <PresentationFormat>A4 (210 x 297 mm)</PresentationFormat>
  <Paragraphs>158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6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482</cp:revision>
  <cp:lastPrinted>2025-10-06T22:25:57Z</cp:lastPrinted>
  <dcterms:created xsi:type="dcterms:W3CDTF">2021-04-21T14:50:50Z</dcterms:created>
  <dcterms:modified xsi:type="dcterms:W3CDTF">2026-09-12T12:41:12Z</dcterms:modified>
</cp:coreProperties>
</file>