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9" r:id="rId2"/>
    <p:sldId id="270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4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2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12/09/2026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specializacionvirtual.com/validar-certificado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35621-72CA-D763-3402-9EE6D4ECC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45A4FD1-A989-4A1B-171F-06544999BB31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12E5052-A7D2-5073-4120-67D9972BF22C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DD35588-B0BE-750A-233E-F2089545AA88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2856D83-1C79-E8F1-C546-A1EC8FE09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89" y="957773"/>
            <a:ext cx="3551656" cy="465312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687948D-294D-CF5E-57A3-FA054968F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CD712B27-EF04-B191-0C57-7B731FF08A28}"/>
              </a:ext>
            </a:extLst>
          </p:cNvPr>
          <p:cNvSpPr txBox="1"/>
          <p:nvPr/>
        </p:nvSpPr>
        <p:spPr>
          <a:xfrm>
            <a:off x="4537572" y="1642835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57A15D0-9DA2-A0D9-29DB-BB95A58BB560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19A9426-D4A0-E74B-942E-70EDB4E5A481}"/>
              </a:ext>
            </a:extLst>
          </p:cNvPr>
          <p:cNvSpPr txBox="1"/>
          <p:nvPr/>
        </p:nvSpPr>
        <p:spPr>
          <a:xfrm>
            <a:off x="1281361" y="2265834"/>
            <a:ext cx="8173338" cy="2800767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PROGRAMA</a:t>
            </a:r>
          </a:p>
          <a:p>
            <a:pPr algn="ctr"/>
            <a:r>
              <a:rPr lang="es-PE" b="1" dirty="0"/>
              <a:t>DE ESPECIALIZACIÓN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Programa de Especialización,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ctr"/>
            <a:r>
              <a:rPr lang="es-PE" b="1" dirty="0"/>
              <a:t>                                                                                       Trujillo, {{FECHA_EMISION_LARGA}}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0362E1B-A4E5-DC88-0390-73B34E4726FC}"/>
              </a:ext>
            </a:extLst>
          </p:cNvPr>
          <p:cNvSpPr/>
          <p:nvPr/>
        </p:nvSpPr>
        <p:spPr>
          <a:xfrm>
            <a:off x="804130" y="157397"/>
            <a:ext cx="477230" cy="652960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A192F85-2C6B-B92B-C190-F4FA20EB51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496" y="329532"/>
            <a:ext cx="2338940" cy="85052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802D405-7755-D17A-C0CD-A45ACCBF5457}"/>
              </a:ext>
            </a:extLst>
          </p:cNvPr>
          <p:cNvSpPr txBox="1"/>
          <p:nvPr/>
        </p:nvSpPr>
        <p:spPr>
          <a:xfrm>
            <a:off x="1540910" y="1023782"/>
            <a:ext cx="182453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endParaRPr lang="es-PE" sz="1600" b="1" dirty="0"/>
          </a:p>
          <a:p>
            <a:r>
              <a:rPr lang="es-PE" sz="1600" b="1" dirty="0"/>
              <a:t>0013 2025 DRP LM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12DDF7-E4F2-F135-728A-3FA1C1101165}"/>
              </a:ext>
            </a:extLst>
          </p:cNvPr>
          <p:cNvSpPr txBox="1"/>
          <p:nvPr/>
        </p:nvSpPr>
        <p:spPr>
          <a:xfrm>
            <a:off x="2725953" y="1858876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5D8C75F0-C54C-6710-D259-A640174D14BB}"/>
              </a:ext>
            </a:extLst>
          </p:cNvPr>
          <p:cNvSpPr txBox="1"/>
          <p:nvPr/>
        </p:nvSpPr>
        <p:spPr>
          <a:xfrm>
            <a:off x="6069743" y="6059895"/>
            <a:ext cx="2486579" cy="4231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CHRISTIAAN QUIÑONES CARLOS</a:t>
            </a:r>
          </a:p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DIRECTOR ACADÉMICO</a:t>
            </a:r>
          </a:p>
        </p:txBody>
      </p:sp>
      <p:cxnSp>
        <p:nvCxnSpPr>
          <p:cNvPr id="21" name="Conector recto 20"/>
          <p:cNvCxnSpPr/>
          <p:nvPr/>
        </p:nvCxnSpPr>
        <p:spPr>
          <a:xfrm>
            <a:off x="5760345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uadroTexto 21"/>
          <p:cNvSpPr txBox="1"/>
          <p:nvPr/>
        </p:nvSpPr>
        <p:spPr>
          <a:xfrm>
            <a:off x="2607818" y="6239140"/>
            <a:ext cx="1800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1000" dirty="0">
                <a:latin typeface="Arial" panose="020B0604020202020204" pitchFamily="34" charset="0"/>
                <a:cs typeface="Arial" panose="020B0604020202020204" pitchFamily="34" charset="0"/>
              </a:rPr>
              <a:t>DECANO REGIONAL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2420935" y="6067741"/>
            <a:ext cx="217399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1100" b="1" dirty="0">
                <a:latin typeface="Arial" panose="020B0604020202020204" pitchFamily="34" charset="0"/>
                <a:cs typeface="Arial" panose="020B0604020202020204" pitchFamily="34" charset="0"/>
              </a:rPr>
              <a:t>HANNOWER VELA VASQUEZ</a:t>
            </a:r>
          </a:p>
        </p:txBody>
      </p:sp>
      <p:cxnSp>
        <p:nvCxnSpPr>
          <p:cNvPr id="28" name="Conector recto 27"/>
          <p:cNvCxnSpPr/>
          <p:nvPr/>
        </p:nvCxnSpPr>
        <p:spPr>
          <a:xfrm>
            <a:off x="2146218" y="6054137"/>
            <a:ext cx="2894554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FCC6A0A2-A49F-9156-0A87-7791B7293724}"/>
              </a:ext>
            </a:extLst>
          </p:cNvPr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BB9901E-CB60-D444-3B1C-E7041FC6184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6990"/>
          <a:stretch/>
        </p:blipFill>
        <p:spPr>
          <a:xfrm>
            <a:off x="5292874" y="5050014"/>
            <a:ext cx="3632406" cy="1550882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0067EEFF-B114-D8E8-BA33-CED1E5389C36}"/>
              </a:ext>
            </a:extLst>
          </p:cNvPr>
          <p:cNvSpPr txBox="1"/>
          <p:nvPr/>
        </p:nvSpPr>
        <p:spPr>
          <a:xfrm>
            <a:off x="3272511" y="719027"/>
            <a:ext cx="362951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200" dirty="0">
                <a:latin typeface="Algerian" panose="04020705040A02060702" pitchFamily="82" charset="0"/>
              </a:rPr>
              <a:t>Programa de</a:t>
            </a:r>
          </a:p>
          <a:p>
            <a:pPr algn="ctr"/>
            <a:r>
              <a:rPr lang="es-PE" sz="3200" dirty="0">
                <a:latin typeface="Algerian" panose="04020705040A02060702" pitchFamily="82" charset="0"/>
              </a:rPr>
              <a:t>especialización</a:t>
            </a:r>
          </a:p>
        </p:txBody>
      </p:sp>
    </p:spTree>
    <p:extLst>
      <p:ext uri="{BB962C8B-B14F-4D97-AF65-F5344CB8AC3E}">
        <p14:creationId xmlns:p14="http://schemas.microsoft.com/office/powerpoint/2010/main" val="127416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4FB78-3242-3CD9-774F-A3241012F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ángulo 35">
            <a:extLst>
              <a:ext uri="{FF2B5EF4-FFF2-40B4-BE49-F238E27FC236}">
                <a16:creationId xmlns:a16="http://schemas.microsoft.com/office/drawing/2014/main" id="{F0B983CF-A7F1-A7BF-8BD0-52F02A1BB0DE}"/>
              </a:ext>
            </a:extLst>
          </p:cNvPr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799033C6-37D0-6682-3013-98407CB0992F}"/>
              </a:ext>
            </a:extLst>
          </p:cNvPr>
          <p:cNvSpPr>
            <a:spLocks noChangeAspect="1"/>
          </p:cNvSpPr>
          <p:nvPr/>
        </p:nvSpPr>
        <p:spPr>
          <a:xfrm>
            <a:off x="117000" y="81000"/>
            <a:ext cx="9672000" cy="6696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DE30A7F7-93A9-386C-04AB-C8FC4B78AA8C}"/>
              </a:ext>
            </a:extLst>
          </p:cNvPr>
          <p:cNvSpPr>
            <a:spLocks noChangeAspect="1"/>
          </p:cNvSpPr>
          <p:nvPr/>
        </p:nvSpPr>
        <p:spPr>
          <a:xfrm>
            <a:off x="247000" y="171000"/>
            <a:ext cx="9412000" cy="651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628BDDF7-6C8E-5C0F-41C4-CB7A233E5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027" y="957773"/>
            <a:ext cx="3413074" cy="4653126"/>
          </a:xfrm>
          <a:prstGeom prst="rect">
            <a:avLst/>
          </a:prstGeom>
        </p:spPr>
      </p:pic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9ED43BBA-F6D2-A2AD-1613-DA6841CCF636}"/>
              </a:ext>
            </a:extLst>
          </p:cNvPr>
          <p:cNvGraphicFramePr>
            <a:graphicFrameLocks noGrp="1"/>
          </p:cNvGraphicFramePr>
          <p:nvPr/>
        </p:nvGraphicFramePr>
        <p:xfrm>
          <a:off x="3400259" y="1539657"/>
          <a:ext cx="6187190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187190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>
            <a:extLst>
              <a:ext uri="{FF2B5EF4-FFF2-40B4-BE49-F238E27FC236}">
                <a16:creationId xmlns:a16="http://schemas.microsoft.com/office/drawing/2014/main" id="{BA9A900D-139A-721B-672C-155CE66EB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544751"/>
              </p:ext>
            </p:extLst>
          </p:nvPr>
        </p:nvGraphicFramePr>
        <p:xfrm>
          <a:off x="3400260" y="1974652"/>
          <a:ext cx="6187190" cy="227003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66630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420560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1230582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7653592"/>
                  </a:ext>
                </a:extLst>
              </a:tr>
              <a:tr h="197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III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40104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237D1F36-FA2A-95C8-6272-F3AAEA76F58F}"/>
              </a:ext>
            </a:extLst>
          </p:cNvPr>
          <p:cNvGrpSpPr/>
          <p:nvPr/>
        </p:nvGrpSpPr>
        <p:grpSpPr>
          <a:xfrm>
            <a:off x="772950" y="6108603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3E35E4B-F6C0-83E7-E9DF-8A6723BDF14E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8E971155-D29C-EB07-5854-E5D89002FC10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3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sp>
        <p:nvSpPr>
          <p:cNvPr id="7" name="Rectángulo 6">
            <a:extLst>
              <a:ext uri="{FF2B5EF4-FFF2-40B4-BE49-F238E27FC236}">
                <a16:creationId xmlns:a16="http://schemas.microsoft.com/office/drawing/2014/main" id="{9C3BFE25-34B1-8BF9-2351-D294EF105361}"/>
              </a:ext>
            </a:extLst>
          </p:cNvPr>
          <p:cNvSpPr/>
          <p:nvPr/>
        </p:nvSpPr>
        <p:spPr>
          <a:xfrm>
            <a:off x="846165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</a:p>
        </p:txBody>
      </p: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761C2AA9-7B43-3F3E-A4C8-42214C10C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858311"/>
              </p:ext>
            </p:extLst>
          </p:nvPr>
        </p:nvGraphicFramePr>
        <p:xfrm>
          <a:off x="389194" y="2243308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5BC6770D-961E-5EC1-D6CC-C6412F068BA8}"/>
              </a:ext>
            </a:extLst>
          </p:cNvPr>
          <p:cNvGraphicFramePr>
            <a:graphicFrameLocks noGrp="1"/>
          </p:cNvGraphicFramePr>
          <p:nvPr/>
        </p:nvGraphicFramePr>
        <p:xfrm>
          <a:off x="389194" y="4241835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BE6D12B0-AD70-3B07-764B-D17F996A3214}"/>
              </a:ext>
            </a:extLst>
          </p:cNvPr>
          <p:cNvSpPr txBox="1"/>
          <p:nvPr/>
        </p:nvSpPr>
        <p:spPr>
          <a:xfrm>
            <a:off x="583386" y="1023782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Resolución </a:t>
            </a:r>
            <a:r>
              <a:rPr lang="es-PE" sz="1600" b="1" dirty="0" err="1"/>
              <a:t>N°</a:t>
            </a:r>
            <a:r>
              <a:rPr lang="es-PE" sz="1600" b="1" dirty="0"/>
              <a:t> </a:t>
            </a:r>
          </a:p>
          <a:p>
            <a:r>
              <a:rPr lang="es-PE" sz="1600" b="1" dirty="0"/>
              <a:t>0013 2025 DRP LM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C2D622E-99B0-5E69-616C-62E2AB49A5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521" y="329532"/>
            <a:ext cx="2338940" cy="85052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76722B3F-089A-8C72-E960-9655A53EBE98}"/>
              </a:ext>
            </a:extLst>
          </p:cNvPr>
          <p:cNvSpPr txBox="1"/>
          <p:nvPr/>
        </p:nvSpPr>
        <p:spPr>
          <a:xfrm>
            <a:off x="3779282" y="611903"/>
            <a:ext cx="23474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2000" dirty="0">
                <a:latin typeface="Arial Rounded MT Bold" panose="020F0704030504030204" pitchFamily="34" charset="0"/>
              </a:rPr>
              <a:t>CERTIFICADO DE ESTUDIOS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D5B2FFBD-6153-F628-9ADC-434F4CD74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46" y="311585"/>
            <a:ext cx="2957853" cy="758326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3F822870-D8E2-D2F7-6F10-883F0453060A}"/>
              </a:ext>
            </a:extLst>
          </p:cNvPr>
          <p:cNvSpPr txBox="1"/>
          <p:nvPr/>
        </p:nvSpPr>
        <p:spPr>
          <a:xfrm>
            <a:off x="6902030" y="1009868"/>
            <a:ext cx="2419252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0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65F7484-98A0-4A3E-4FF1-CF5434F300FB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974"/>
          <a:stretch/>
        </p:blipFill>
        <p:spPr>
          <a:xfrm>
            <a:off x="1486822" y="3733061"/>
            <a:ext cx="455266" cy="30881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6B010097-5CF9-6DA3-77D6-9D83934E0635}"/>
              </a:ext>
            </a:extLst>
          </p:cNvPr>
          <p:cNvSpPr txBox="1"/>
          <p:nvPr/>
        </p:nvSpPr>
        <p:spPr>
          <a:xfrm>
            <a:off x="1212419" y="4698744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150646155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40808</TotalTime>
  <Words>255</Words>
  <Application>Microsoft Office PowerPoint</Application>
  <PresentationFormat>A4 (210 x 297 mm)</PresentationFormat>
  <Paragraphs>57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Algerian</vt:lpstr>
      <vt:lpstr>Arial</vt:lpstr>
      <vt:lpstr>Arial Black</vt:lpstr>
      <vt:lpstr>Arial Rounded MT Bold</vt:lpstr>
      <vt:lpstr>Britannic Bold</vt:lpstr>
      <vt:lpstr>Calibri</vt:lpstr>
      <vt:lpstr>Calibri Light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485</cp:revision>
  <cp:lastPrinted>2025-10-06T22:25:57Z</cp:lastPrinted>
  <dcterms:created xsi:type="dcterms:W3CDTF">2021-04-21T14:50:50Z</dcterms:created>
  <dcterms:modified xsi:type="dcterms:W3CDTF">2026-09-12T12:52:13Z</dcterms:modified>
</cp:coreProperties>
</file>