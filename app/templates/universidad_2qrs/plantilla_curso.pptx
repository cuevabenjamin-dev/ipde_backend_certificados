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handoutMasterIdLst>
    <p:handoutMasterId r:id="rId5"/>
  </p:handoutMasterIdLst>
  <p:sldIdLst>
    <p:sldId id="277" r:id="rId2"/>
    <p:sldId id="278" r:id="rId3"/>
  </p:sldIdLst>
  <p:sldSz cx="6858000" cy="9906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BE3C0"/>
    <a:srgbClr val="78725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DB807E-DD06-483B-B80B-6C511E3BD997}" v="7" dt="2026-03-05T19:02:00.7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36" autoAdjust="0"/>
    <p:restoredTop sz="94364" autoAdjust="0"/>
  </p:normalViewPr>
  <p:slideViewPr>
    <p:cSldViewPr snapToGrid="0">
      <p:cViewPr varScale="1">
        <p:scale>
          <a:sx n="77" d="100"/>
          <a:sy n="77" d="100"/>
        </p:scale>
        <p:origin x="30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custSel delSld modSld">
      <pc:chgData name="Benjamín de Jesús Cueva Niño de Guzmán" userId="56da303013910523" providerId="LiveId" clId="{532B7A48-8887-4F62-9537-0BA1FAE83637}" dt="2026-03-05T19:02:00.736" v="71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5T18:28:57.378" v="69" actId="1035"/>
        <pc:sldMkLst>
          <pc:docMk/>
          <pc:sldMk cId="2410626708" sldId="277"/>
        </pc:sldMkLst>
        <pc:spChg chg="mod">
          <ac:chgData name="Benjamín de Jesús Cueva Niño de Guzmán" userId="56da303013910523" providerId="LiveId" clId="{532B7A48-8887-4F62-9537-0BA1FAE83637}" dt="2026-03-02T03:09:45.056" v="28" actId="1035"/>
          <ac:spMkLst>
            <pc:docMk/>
            <pc:sldMk cId="2410626708" sldId="277"/>
            <ac:spMk id="2" creationId="{6718E74D-9F2C-B892-E699-1EC198F4A308}"/>
          </ac:spMkLst>
        </pc:spChg>
        <pc:spChg chg="del mod topLvl">
          <ac:chgData name="Benjamín de Jesús Cueva Niño de Guzmán" userId="56da303013910523" providerId="LiveId" clId="{532B7A48-8887-4F62-9537-0BA1FAE83637}" dt="2026-03-04T21:28:02.937" v="62" actId="478"/>
          <ac:spMkLst>
            <pc:docMk/>
            <pc:sldMk cId="2410626708" sldId="277"/>
            <ac:spMk id="7" creationId="{F36D8880-B179-580E-0319-C4E9487E072A}"/>
          </ac:spMkLst>
        </pc:spChg>
        <pc:spChg chg="mod topLvl">
          <ac:chgData name="Benjamín de Jesús Cueva Niño de Guzmán" userId="56da303013910523" providerId="LiveId" clId="{532B7A48-8887-4F62-9537-0BA1FAE83637}" dt="2026-03-05T18:28:57.378" v="69" actId="1035"/>
          <ac:spMkLst>
            <pc:docMk/>
            <pc:sldMk cId="2410626708" sldId="277"/>
            <ac:spMk id="19" creationId="{991C4A27-894B-7257-8062-6F839343BAAD}"/>
          </ac:spMkLst>
        </pc:spChg>
        <pc:grpChg chg="add del mod">
          <ac:chgData name="Benjamín de Jesús Cueva Niño de Guzmán" userId="56da303013910523" providerId="LiveId" clId="{532B7A48-8887-4F62-9537-0BA1FAE83637}" dt="2026-03-04T21:27:54.324" v="59" actId="165"/>
          <ac:grpSpMkLst>
            <pc:docMk/>
            <pc:sldMk cId="2410626708" sldId="277"/>
            <ac:grpSpMk id="10" creationId="{4ED8877D-BD75-82CF-C5B8-EF26E5F3D309}"/>
          </ac:grpSpMkLst>
        </pc:grpChg>
      </pc:sldChg>
      <pc:sldChg chg="addSp delSp modSp mod">
        <pc:chgData name="Benjamín de Jesús Cueva Niño de Guzmán" userId="56da303013910523" providerId="LiveId" clId="{532B7A48-8887-4F62-9537-0BA1FAE83637}" dt="2026-03-05T19:02:00.736" v="71"/>
        <pc:sldMkLst>
          <pc:docMk/>
          <pc:sldMk cId="4084903007" sldId="278"/>
        </pc:sldMkLst>
        <pc:spChg chg="add mod">
          <ac:chgData name="Benjamín de Jesús Cueva Niño de Guzmán" userId="56da303013910523" providerId="LiveId" clId="{532B7A48-8887-4F62-9537-0BA1FAE83637}" dt="2026-03-05T19:02:00.736" v="71"/>
          <ac:spMkLst>
            <pc:docMk/>
            <pc:sldMk cId="4084903007" sldId="278"/>
            <ac:spMk id="8" creationId="{363F78FF-58BB-C15B-9A34-8BE23BAB8CD7}"/>
          </ac:spMkLst>
        </pc:spChg>
        <pc:spChg chg="mod">
          <ac:chgData name="Benjamín de Jesús Cueva Niño de Guzmán" userId="56da303013910523" providerId="LiveId" clId="{532B7A48-8887-4F62-9537-0BA1FAE83637}" dt="2026-03-02T03:10:28.186" v="57" actId="962"/>
          <ac:spMkLst>
            <pc:docMk/>
            <pc:sldMk cId="4084903007" sldId="278"/>
            <ac:spMk id="11" creationId="{6A9C3E86-51AE-E415-AE46-871F1395CD67}"/>
          </ac:spMkLst>
        </pc:spChg>
        <pc:spChg chg="del">
          <ac:chgData name="Benjamín de Jesús Cueva Niño de Guzmán" userId="56da303013910523" providerId="LiveId" clId="{532B7A48-8887-4F62-9537-0BA1FAE83637}" dt="2026-03-05T19:01:56.328" v="70" actId="478"/>
          <ac:spMkLst>
            <pc:docMk/>
            <pc:sldMk cId="4084903007" sldId="278"/>
            <ac:spMk id="25" creationId="{1BD7C6F0-73B6-617B-0B21-594BAED95EBF}"/>
          </ac:spMkLst>
        </pc:spChg>
        <pc:graphicFrameChg chg="mod modGraphic">
          <ac:chgData name="Benjamín de Jesús Cueva Niño de Guzmán" userId="56da303013910523" providerId="LiveId" clId="{532B7A48-8887-4F62-9537-0BA1FAE83637}" dt="2026-03-02T03:10:22.602" v="56" actId="962"/>
          <ac:graphicFrameMkLst>
            <pc:docMk/>
            <pc:sldMk cId="4084903007" sldId="278"/>
            <ac:graphicFrameMk id="27" creationId="{E2902199-03EA-D12C-1A17-39EA239AECB5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988" y="0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r">
              <a:defRPr sz="1200"/>
            </a:lvl1pPr>
          </a:lstStyle>
          <a:p>
            <a:fld id="{03C7FEFC-EB52-44D6-B3F1-2A7BB7FA4226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47774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988" y="9447774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r">
              <a:defRPr sz="1200"/>
            </a:lvl1pPr>
          </a:lstStyle>
          <a:p>
            <a:fld id="{975F3604-6914-4367-AFE3-5D3ACF5B5B34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55099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71584" cy="499692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244" y="1"/>
            <a:ext cx="2972670" cy="499692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r">
              <a:defRPr sz="1200"/>
            </a:lvl1pPr>
          </a:lstStyle>
          <a:p>
            <a:fld id="{64955E78-CBAA-441B-9163-D9CD5E983BDA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1241425"/>
            <a:ext cx="232410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64" tIns="45432" rIns="90864" bIns="45432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586" y="4786033"/>
            <a:ext cx="5486835" cy="3917304"/>
          </a:xfrm>
          <a:prstGeom prst="rect">
            <a:avLst/>
          </a:prstGeom>
        </p:spPr>
        <p:txBody>
          <a:bodyPr vert="horz" lIns="90864" tIns="45432" rIns="90864" bIns="45432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445997"/>
            <a:ext cx="2971584" cy="499692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244" y="9445997"/>
            <a:ext cx="2972670" cy="499692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r">
              <a:defRPr sz="1200"/>
            </a:lvl1pPr>
          </a:lstStyle>
          <a:p>
            <a:fld id="{E0D3D27F-C54F-4092-8719-89D37DC397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3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66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508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17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47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21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67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8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88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3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484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specializacionvirtual.com/validar-certificado/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D67E-ED32-97D7-99BC-9899D192E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8D55156-67B8-4336-A410-DB422B0664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" t="1753" r="1701" b="1893"/>
          <a:stretch/>
        </p:blipFill>
        <p:spPr>
          <a:xfrm rot="5400000">
            <a:off x="-1501725" y="1501723"/>
            <a:ext cx="9906002" cy="6902552"/>
          </a:xfrm>
          <a:prstGeom prst="rect">
            <a:avLst/>
          </a:prstGeom>
        </p:spPr>
      </p:pic>
      <p:pic>
        <p:nvPicPr>
          <p:cNvPr id="21" name="Grifo">
            <a:extLst>
              <a:ext uri="{FF2B5EF4-FFF2-40B4-BE49-F238E27FC236}">
                <a16:creationId xmlns:a16="http://schemas.microsoft.com/office/drawing/2014/main" id="{F747E739-70C9-F0BF-4A9E-62BD5CFA55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814287" y="3566452"/>
            <a:ext cx="5273976" cy="393626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718E74D-9F2C-B892-E699-1EC198F4A308}"/>
              </a:ext>
            </a:extLst>
          </p:cNvPr>
          <p:cNvSpPr txBox="1"/>
          <p:nvPr/>
        </p:nvSpPr>
        <p:spPr>
          <a:xfrm>
            <a:off x="792012" y="2833479"/>
            <a:ext cx="52739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latin typeface="Adobe Garamond Pro Bold" panose="02020702060506020403" pitchFamily="18" charset="0"/>
              </a:rPr>
              <a:t>{{NOMBRES}}</a:t>
            </a:r>
          </a:p>
          <a:p>
            <a:pPr algn="ctr"/>
            <a:r>
              <a:rPr lang="es-ES" sz="2800" b="1" dirty="0">
                <a:latin typeface="Adobe Garamond Pro Bold" panose="02020702060506020403" pitchFamily="18" charset="0"/>
              </a:rPr>
              <a:t>{{APELLIDOS}}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3A49D29-7E2E-6432-7436-A1B8CDE0CBD2}"/>
              </a:ext>
            </a:extLst>
          </p:cNvPr>
          <p:cNvSpPr txBox="1"/>
          <p:nvPr/>
        </p:nvSpPr>
        <p:spPr>
          <a:xfrm>
            <a:off x="1072094" y="1343973"/>
            <a:ext cx="4713812" cy="777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600" b="1" dirty="0">
                <a:latin typeface="Arial" panose="020B0604020202020204" pitchFamily="34" charset="0"/>
                <a:cs typeface="Arial" panose="020B0604020202020204" pitchFamily="34" charset="0"/>
              </a:rPr>
              <a:t>ESCUELA DE POSGRADO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DIRECTORAL N°2477-2018-EPG/UNT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n 15" descr="Imagen relacionada">
            <a:extLst>
              <a:ext uri="{FF2B5EF4-FFF2-40B4-BE49-F238E27FC236}">
                <a16:creationId xmlns:a16="http://schemas.microsoft.com/office/drawing/2014/main" id="{B7718B06-55CA-2E3C-6C80-F4BE84446227}"/>
              </a:ext>
            </a:extLst>
          </p:cNvPr>
          <p:cNvPicPr/>
          <p:nvPr/>
        </p:nvPicPr>
        <p:blipFill>
          <a:blip r:embed="rId4" cstate="print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489" y="400980"/>
            <a:ext cx="966438" cy="9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FC88E61B-8665-F7AA-FB48-82299D51180D}"/>
              </a:ext>
            </a:extLst>
          </p:cNvPr>
          <p:cNvSpPr/>
          <p:nvPr/>
        </p:nvSpPr>
        <p:spPr>
          <a:xfrm>
            <a:off x="655886" y="2020031"/>
            <a:ext cx="554622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4400" dirty="0">
                <a:latin typeface="Algerian" panose="04020705040A02060702" pitchFamily="82" charset="0"/>
              </a:rPr>
              <a:t>CERTIFICADO</a:t>
            </a:r>
            <a:endParaRPr lang="es-PE" sz="3200" dirty="0">
              <a:latin typeface="Algerian" panose="04020705040A02060702" pitchFamily="82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F11DFEA-FC46-1F41-8C5B-EA3E3C6BE3C1}"/>
              </a:ext>
            </a:extLst>
          </p:cNvPr>
          <p:cNvSpPr/>
          <p:nvPr/>
        </p:nvSpPr>
        <p:spPr>
          <a:xfrm>
            <a:off x="2809279" y="2619270"/>
            <a:ext cx="1239442" cy="3061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Concedido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a:</a:t>
            </a:r>
            <a:endParaRPr lang="en-US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4DA88D6-6D58-D67D-9408-1B4832F17825}"/>
              </a:ext>
            </a:extLst>
          </p:cNvPr>
          <p:cNvSpPr/>
          <p:nvPr/>
        </p:nvSpPr>
        <p:spPr>
          <a:xfrm>
            <a:off x="1071040" y="3342633"/>
            <a:ext cx="516770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415"/>
              </a:spcBef>
              <a:spcAft>
                <a:spcPts val="415"/>
              </a:spcAft>
            </a:pPr>
            <a:r>
              <a:rPr lang="es-PE" sz="6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 </a:t>
            </a:r>
            <a:endParaRPr lang="en-US" sz="9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1BF896-3A0A-2D18-2C55-A99B63C83C9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552895" y="576941"/>
            <a:ext cx="2522188" cy="549493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D6CB106F-7EC0-002A-CEBE-0064B169D038}"/>
              </a:ext>
            </a:extLst>
          </p:cNvPr>
          <p:cNvSpPr txBox="1"/>
          <p:nvPr/>
        </p:nvSpPr>
        <p:spPr>
          <a:xfrm>
            <a:off x="655886" y="8793672"/>
            <a:ext cx="250657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50" b="1" dirty="0">
                <a:latin typeface="Arial" panose="020B0604020202020204" pitchFamily="34" charset="0"/>
                <a:cs typeface="Arial" panose="020B0604020202020204" pitchFamily="34" charset="0"/>
              </a:rPr>
              <a:t>CHRISTIAN QUIÑONES CARLOS</a:t>
            </a:r>
          </a:p>
          <a:p>
            <a:pPr algn="ctr"/>
            <a:r>
              <a:rPr lang="es-PE" sz="1100" dirty="0">
                <a:latin typeface="Arial" panose="020B0604020202020204" pitchFamily="34" charset="0"/>
                <a:cs typeface="Arial" panose="020B0604020202020204" pitchFamily="34" charset="0"/>
              </a:rPr>
              <a:t>DIRECTOR ACADÉMICO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962536F-CB9F-1938-8F28-5D8C8FE943C7}"/>
              </a:ext>
            </a:extLst>
          </p:cNvPr>
          <p:cNvSpPr txBox="1"/>
          <p:nvPr/>
        </p:nvSpPr>
        <p:spPr>
          <a:xfrm>
            <a:off x="3527927" y="8788850"/>
            <a:ext cx="29345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50" b="1" dirty="0">
                <a:latin typeface="Arial" panose="020B0604020202020204" pitchFamily="34" charset="0"/>
                <a:cs typeface="Arial" panose="020B0604020202020204" pitchFamily="34" charset="0"/>
              </a:rPr>
              <a:t>MARÍA AURORA CARLOS DE LA CRUZ</a:t>
            </a:r>
          </a:p>
          <a:p>
            <a:pPr algn="ctr"/>
            <a:r>
              <a:rPr lang="es-PE" sz="1100" dirty="0">
                <a:latin typeface="Arial" panose="020B0604020202020204" pitchFamily="34" charset="0"/>
                <a:cs typeface="Arial" panose="020B0604020202020204" pitchFamily="34" charset="0"/>
              </a:rPr>
              <a:t>DIRECTORA ADMINISTRATIVA</a:t>
            </a:r>
          </a:p>
        </p:txBody>
      </p:sp>
      <p:sp>
        <p:nvSpPr>
          <p:cNvPr id="9" name="AutoShape 4" descr="blob:https://web.whatsapp.com/34fb4399-25ce-4206-a049-279514aee91f">
            <a:extLst>
              <a:ext uri="{FF2B5EF4-FFF2-40B4-BE49-F238E27FC236}">
                <a16:creationId xmlns:a16="http://schemas.microsoft.com/office/drawing/2014/main" id="{86ED2EAC-2620-F68F-6D60-F89352D5B6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893235" y="1427740"/>
            <a:ext cx="4278942" cy="4278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91A0089-6FF1-039E-99B9-D2D6B82F2D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5237"/>
          <a:stretch/>
        </p:blipFill>
        <p:spPr>
          <a:xfrm>
            <a:off x="347662" y="7939316"/>
            <a:ext cx="6162675" cy="1598588"/>
          </a:xfrm>
          <a:prstGeom prst="rect">
            <a:avLst/>
          </a:prstGeom>
        </p:spPr>
      </p:pic>
      <p:sp>
        <p:nvSpPr>
          <p:cNvPr id="19" name="PH_CONTENIDO_PRINCIPAL">
            <a:extLst>
              <a:ext uri="{FF2B5EF4-FFF2-40B4-BE49-F238E27FC236}">
                <a16:creationId xmlns:a16="http://schemas.microsoft.com/office/drawing/2014/main" id="{991C4A27-894B-7257-8062-6F839343BAAD}"/>
              </a:ext>
            </a:extLst>
          </p:cNvPr>
          <p:cNvSpPr/>
          <p:nvPr/>
        </p:nvSpPr>
        <p:spPr>
          <a:xfrm>
            <a:off x="419400" y="3720970"/>
            <a:ext cx="6019200" cy="310854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1">
            <a:spAutoFit/>
          </a:bodyPr>
          <a:lstStyle/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haber culminado satisfactoriamente el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en:</a:t>
            </a:r>
          </a:p>
          <a:p>
            <a:pPr algn="ctr">
              <a:spcBef>
                <a:spcPts val="600"/>
              </a:spcBef>
            </a:pPr>
            <a:r>
              <a:rPr lang="es-PE" sz="28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“{{TEMA_DIPLOMADO}}</a:t>
            </a:r>
            <a:r>
              <a:rPr lang="es-PE" sz="2800" dirty="0">
                <a:solidFill>
                  <a:schemeClr val="tx2">
                    <a:lumMod val="50000"/>
                  </a:schemeClr>
                </a:solidFill>
                <a:effectLst/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”</a:t>
            </a:r>
          </a:p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Realizado por el Instituto Peruano de Diplomados y Especializaciones, que mantuvo participación acad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émica con la Escuela de Posgrado de la Universidad Nacional de Trujillo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según Resolución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Directoral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N°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2477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-2018-EPG/UNT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R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ealizado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 {{FECHA_INICIO}} al {{FECHA_FIN}}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una duración de {{HORAS_ACADEMICAS}} horas académicas, equivalente a {{CREDITOS_ACADEMICOS}} créditos académicos.</a:t>
            </a:r>
            <a:endParaRPr lang="es-PE" sz="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es-PE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Por tanto, se expide el presente Certificado otorgándole los privilegios y consideraciones que le corresponden.</a:t>
            </a:r>
          </a:p>
          <a:p>
            <a:pPr algn="ctr">
              <a:spcBef>
                <a:spcPts val="600"/>
              </a:spcBef>
            </a:pPr>
            <a:r>
              <a:rPr lang="es-PE" sz="140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                                                                        {{</a:t>
            </a:r>
            <a:r>
              <a:rPr lang="es-PE" sz="14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CIUDAD}}, {{FECHA_EMISION_LARGA}}</a:t>
            </a:r>
            <a:endParaRPr lang="en-US" sz="1400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626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9D09D-BC0F-2DD5-ABE0-9BF7C8F7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ifo">
            <a:extLst>
              <a:ext uri="{FF2B5EF4-FFF2-40B4-BE49-F238E27FC236}">
                <a16:creationId xmlns:a16="http://schemas.microsoft.com/office/drawing/2014/main" id="{6CFBCF22-5732-691C-DD77-F10F9B461A7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711" y="5952655"/>
            <a:ext cx="4239492" cy="31902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E60CF2D-01A2-E577-44D8-09585FD1037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" t="1753" r="1701" b="1893"/>
          <a:stretch/>
        </p:blipFill>
        <p:spPr>
          <a:xfrm rot="5400000">
            <a:off x="-1501725" y="1501723"/>
            <a:ext cx="9906002" cy="6902552"/>
          </a:xfrm>
          <a:prstGeom prst="rect">
            <a:avLst/>
          </a:prstGeom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F12C4D5-38EC-3365-B9FE-4D8C1784A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069703"/>
              </p:ext>
            </p:extLst>
          </p:nvPr>
        </p:nvGraphicFramePr>
        <p:xfrm>
          <a:off x="625785" y="7846593"/>
          <a:ext cx="2449298" cy="165974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837255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612043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006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LIBRO N°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FOLIO N°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/>
                        <a:t>{{FOLIO_NUMERO}}</a:t>
                      </a:r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{{FECHA_EMISION_CORTA}}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FIRMA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sp>
        <p:nvSpPr>
          <p:cNvPr id="22" name="CuadroTexto 21">
            <a:extLst>
              <a:ext uri="{FF2B5EF4-FFF2-40B4-BE49-F238E27FC236}">
                <a16:creationId xmlns:a16="http://schemas.microsoft.com/office/drawing/2014/main" id="{6951C6B7-DEAD-F01E-65B1-FE5B9C43A436}"/>
              </a:ext>
            </a:extLst>
          </p:cNvPr>
          <p:cNvSpPr txBox="1"/>
          <p:nvPr/>
        </p:nvSpPr>
        <p:spPr>
          <a:xfrm>
            <a:off x="1072094" y="1431859"/>
            <a:ext cx="471381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600" b="1" dirty="0">
                <a:latin typeface="Arial" panose="020B0604020202020204" pitchFamily="34" charset="0"/>
                <a:cs typeface="Arial" panose="020B0604020202020204" pitchFamily="34" charset="0"/>
              </a:rPr>
              <a:t>ESCUELA DE POSGRADO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DIRECTORAL N°2477-2018-EPG/UNT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n 22" descr="Imagen relacionada">
            <a:extLst>
              <a:ext uri="{FF2B5EF4-FFF2-40B4-BE49-F238E27FC236}">
                <a16:creationId xmlns:a16="http://schemas.microsoft.com/office/drawing/2014/main" id="{209A10A5-C451-847B-8755-10B9B04DE0EA}"/>
              </a:ext>
            </a:extLst>
          </p:cNvPr>
          <p:cNvPicPr/>
          <p:nvPr/>
        </p:nvPicPr>
        <p:blipFill>
          <a:blip r:embed="rId4" cstate="print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489" y="400980"/>
            <a:ext cx="966438" cy="9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PH_TEMA">
            <a:extLst>
              <a:ext uri="{FF2B5EF4-FFF2-40B4-BE49-F238E27FC236}">
                <a16:creationId xmlns:a16="http://schemas.microsoft.com/office/drawing/2014/main" id="{6A9C3E86-51AE-E415-AE46-871F1395CD67}"/>
              </a:ext>
            </a:extLst>
          </p:cNvPr>
          <p:cNvSpPr txBox="1"/>
          <p:nvPr/>
        </p:nvSpPr>
        <p:spPr>
          <a:xfrm>
            <a:off x="625785" y="2099352"/>
            <a:ext cx="5683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>
                <a:latin typeface="Arial" pitchFamily="34" charset="0"/>
                <a:cs typeface="Arial" pitchFamily="34" charset="0"/>
              </a:rPr>
              <a:t>CERTIFICADO DE ESTUDIOS</a:t>
            </a:r>
          </a:p>
          <a:p>
            <a:r>
              <a:rPr lang="es-ES" sz="1400" b="1" dirty="0">
                <a:latin typeface="Arial" pitchFamily="34" charset="0"/>
                <a:cs typeface="Arial" pitchFamily="34" charset="0"/>
              </a:rPr>
              <a:t>PARTICIPANTE: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{{NOMBRE_COMPLETO_MINUSCULA}}</a:t>
            </a:r>
            <a:br>
              <a:rPr lang="es-ES" sz="1400" dirty="0">
                <a:latin typeface="Arial" pitchFamily="34" charset="0"/>
                <a:cs typeface="Arial" pitchFamily="34" charset="0"/>
              </a:rPr>
            </a:br>
            <a:r>
              <a:rPr lang="es-ES" sz="1400" b="1" dirty="0">
                <a:latin typeface="Arial" pitchFamily="34" charset="0"/>
                <a:cs typeface="Arial" pitchFamily="34" charset="0"/>
              </a:rPr>
              <a:t>CURSO: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{{TEMA_DIPLOMADO}}</a:t>
            </a:r>
            <a:endParaRPr lang="es-PE" sz="1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55FE0D8-5430-1D96-D13C-172A0921E3D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552895" y="576941"/>
            <a:ext cx="2522188" cy="549493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C0C7196F-E4CE-067E-A5FF-B9A6F18EEAC7}"/>
              </a:ext>
            </a:extLst>
          </p:cNvPr>
          <p:cNvSpPr/>
          <p:nvPr/>
        </p:nvSpPr>
        <p:spPr>
          <a:xfrm>
            <a:off x="4396354" y="7758419"/>
            <a:ext cx="2130198" cy="340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5000"/>
              </a:lnSpc>
              <a:spcBef>
                <a:spcPts val="59"/>
              </a:spcBef>
            </a:pPr>
            <a:r>
              <a:rPr lang="es-PE" sz="1400" b="1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Resolución Universidad</a:t>
            </a:r>
            <a:endParaRPr lang="en-US" sz="14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71A94CA7-6038-E347-DDC6-95614A76D49F}"/>
              </a:ext>
            </a:extLst>
          </p:cNvPr>
          <p:cNvGrpSpPr/>
          <p:nvPr/>
        </p:nvGrpSpPr>
        <p:grpSpPr>
          <a:xfrm>
            <a:off x="4281274" y="9051192"/>
            <a:ext cx="2297657" cy="437033"/>
            <a:chOff x="4281274" y="8807352"/>
            <a:chExt cx="2297657" cy="437033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F504B604-2130-507F-8E03-01F7D086990D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F52B0274-D2D4-71BC-6A96-8B3AD9E64846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6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graphicFrame>
        <p:nvGraphicFramePr>
          <p:cNvPr id="27" name="PH_TABLA">
            <a:extLst>
              <a:ext uri="{FF2B5EF4-FFF2-40B4-BE49-F238E27FC236}">
                <a16:creationId xmlns:a16="http://schemas.microsoft.com/office/drawing/2014/main" id="{E2902199-03EA-D12C-1A17-39EA239AE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888816"/>
              </p:ext>
            </p:extLst>
          </p:nvPr>
        </p:nvGraphicFramePr>
        <p:xfrm>
          <a:off x="745017" y="2921299"/>
          <a:ext cx="5367967" cy="347556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49715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  <a:gridCol w="2678906">
                  <a:extLst>
                    <a:ext uri="{9D8B030D-6E8A-4147-A177-3AD203B41FA5}">
                      <a16:colId xmlns:a16="http://schemas.microsoft.com/office/drawing/2014/main" val="1352610699"/>
                    </a:ext>
                  </a:extLst>
                </a:gridCol>
                <a:gridCol w="1239346">
                  <a:extLst>
                    <a:ext uri="{9D8B030D-6E8A-4147-A177-3AD203B41FA5}">
                      <a16:colId xmlns:a16="http://schemas.microsoft.com/office/drawing/2014/main" val="3793606720"/>
                    </a:ext>
                  </a:extLst>
                </a:gridCol>
              </a:tblGrid>
              <a:tr h="501547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/>
                        <a:t>MÓDULO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/>
                        <a:t>TEMAS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/>
                        <a:t>HORAS ACADÉMICAS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35017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dirty="0"/>
                        <a:t>{{MODULO_1}}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037612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{{MODULO_3}}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539144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{{MODULO_4}}</a:t>
                      </a:r>
                      <a:endParaRPr lang="es-ES" sz="9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9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{{MODULO_5}}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424302"/>
                  </a:ext>
                </a:extLst>
              </a:tr>
              <a:tr h="334454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{{HORAS_ACADEMICAS}}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712995416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CALIFICACIÓN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050" b="0" dirty="0"/>
                        <a:t>19</a:t>
                      </a:r>
                      <a:endParaRPr lang="en-US" sz="105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607830913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877B814B-349D-3B6F-D8B4-1409141EB50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998" y="8098512"/>
            <a:ext cx="586060" cy="58606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0301531-3A65-9E11-28A8-2CF4C8D850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2184" y="9088243"/>
            <a:ext cx="368250" cy="20291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355BE43-8A4E-2CD3-189B-9D222B1EF1F1}"/>
              </a:ext>
            </a:extLst>
          </p:cNvPr>
          <p:cNvSpPr txBox="1"/>
          <p:nvPr/>
        </p:nvSpPr>
        <p:spPr>
          <a:xfrm>
            <a:off x="3223371" y="7944756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{{QR_CODE}}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63F78FF-58BB-C15B-9A34-8BE23BAB8CD7}"/>
              </a:ext>
            </a:extLst>
          </p:cNvPr>
          <p:cNvSpPr/>
          <p:nvPr/>
        </p:nvSpPr>
        <p:spPr>
          <a:xfrm>
            <a:off x="4541929" y="8673847"/>
            <a:ext cx="2130198" cy="382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lvl="0" algn="ctr">
              <a:spcBef>
                <a:spcPts val="59"/>
              </a:spcBef>
            </a:pPr>
            <a:r>
              <a:rPr lang="es-PE" sz="900" b="1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{{CODE_STUDENT}}</a:t>
            </a:r>
            <a:endParaRPr lang="es-PE" sz="9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9030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64173</TotalTime>
  <Words>318</Words>
  <Application>Microsoft Office PowerPoint</Application>
  <PresentationFormat>A4 (210 x 297 mm)</PresentationFormat>
  <Paragraphs>57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Adobe Garamond Pro Bold</vt:lpstr>
      <vt:lpstr>Algerian</vt:lpstr>
      <vt:lpstr>Arial</vt:lpstr>
      <vt:lpstr>Bahnschrift</vt:lpstr>
      <vt:lpstr>Britannic Bold</vt:lpstr>
      <vt:lpstr>Calibri</vt:lpstr>
      <vt:lpstr>Calibri Light</vt:lpstr>
      <vt:lpstr>Cambria Math</vt:lpstr>
      <vt:lpstr>Times New Roman</vt:lpstr>
      <vt:lpstr>Tema de Office</vt:lpstr>
      <vt:lpstr>Presentación de PowerPoint</vt:lpstr>
      <vt:lpstr>Presentación de PowerPoint</vt:lpstr>
    </vt:vector>
  </TitlesOfParts>
  <Company>Educa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Educa Peru</dc:creator>
  <cp:lastModifiedBy>Benjamín de Jesús Cueva Niño de Guzmán</cp:lastModifiedBy>
  <cp:revision>1161</cp:revision>
  <cp:lastPrinted>2026-01-13T23:09:00Z</cp:lastPrinted>
  <dcterms:created xsi:type="dcterms:W3CDTF">2018-11-06T14:43:46Z</dcterms:created>
  <dcterms:modified xsi:type="dcterms:W3CDTF">2026-06-08T04:25:37Z</dcterms:modified>
</cp:coreProperties>
</file>