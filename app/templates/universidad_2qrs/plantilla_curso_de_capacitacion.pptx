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6" r:id="rId1"/>
  </p:sldMasterIdLst>
  <p:notesMasterIdLst>
    <p:notesMasterId r:id="rId4"/>
  </p:notesMasterIdLst>
  <p:handoutMasterIdLst>
    <p:handoutMasterId r:id="rId5"/>
  </p:handoutMasterIdLst>
  <p:sldIdLst>
    <p:sldId id="277" r:id="rId2"/>
    <p:sldId id="278" r:id="rId3"/>
  </p:sldIdLst>
  <p:sldSz cx="6858000" cy="9906000" type="A4"/>
  <p:notesSz cx="6858000" cy="9945688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00"/>
    <a:srgbClr val="EBE3C0"/>
    <a:srgbClr val="787254"/>
    <a:srgbClr val="C4C4C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3CBAD0C-0B93-4B81-9C3D-10BB7B21BA11}" v="7" dt="2026-03-05T19:02:18.57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Sin estilo ni cuadrícula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Sin estilo, cuadrícula de la tabla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9D7B26C5-4107-4FEC-AEDC-1716B250A1EF}" styleName="Estilo claro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3B4B98B0-60AC-42C2-AFA5-B58CD77FA1E5}" styleName="Estilo claro 1 - Acento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7E9639D4-E3E2-4D34-9284-5A2195B3D0D7}" styleName="Estilo claro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8799B23B-EC83-4686-B30A-512413B5E67A}" styleName="Estilo claro 3 - Acento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C083E6E3-FA7D-4D7B-A595-EF9225AFEA82}" styleName="Estilo claro 1 - Acento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F5AB1C69-6EDB-4FF4-983F-18BD219EF322}" styleName="Estilo medio 2 - Énfasis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F2DE63D5-997A-4646-A377-4702673A728D}" styleName="Estilo claro 2 - Acento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21E4AEA4-8DFA-4A89-87EB-49C32662AFE0}" styleName="Estilo medio 2 - Énfasis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505E3EF-67EA-436B-97B2-0124C06EBD24}" styleName="Estilo medio 4 - Énfasis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  <a:tblStyle styleId="{EB344D84-9AFB-497E-A393-DC336BA19D2E}" styleName="Estilo medio 3 - Énfasis 3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2A488322-F2BA-4B5B-9748-0D474271808F}" styleName="Estilo medio 3 - Énfasis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D7AC3CCA-C797-4891-BE02-D94E43425B78}" styleName="Estilo medio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306799F8-075E-4A3A-A7F6-7FBC6576F1A4}" styleName="Estilo temático 2 - Énfasis 3">
    <a:tblBg>
      <a:fillRef idx="3">
        <a:schemeClr val="accent3"/>
      </a:fillRef>
      <a:effectRef idx="3">
        <a:schemeClr val="accent3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3">
                <a:tint val="50000"/>
              </a:schemeClr>
            </a:lnRef>
          </a:left>
          <a:right>
            <a:lnRef idx="1">
              <a:schemeClr val="accent3">
                <a:tint val="50000"/>
              </a:schemeClr>
            </a:lnRef>
          </a:right>
          <a:top>
            <a:lnRef idx="1">
              <a:schemeClr val="accent3">
                <a:tint val="50000"/>
              </a:schemeClr>
            </a:lnRef>
          </a:top>
          <a:bottom>
            <a:lnRef idx="1">
              <a:schemeClr val="accent3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69C7853C-536D-4A76-A0AE-DD22124D55A5}" styleName="Estilo temático 1 - Énfasis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073A0DAA-6AF3-43AB-8588-CEC1D06C72B9}" styleName="Estilo medio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327F97BB-C833-4FB7-BDE5-3F7075034690}" styleName="Estilo temático 2 - Énfasis 5">
    <a:tblBg>
      <a:fillRef idx="3">
        <a:schemeClr val="accent5"/>
      </a:fillRef>
      <a:effectRef idx="3">
        <a:schemeClr val="accent5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5">
                <a:tint val="50000"/>
              </a:schemeClr>
            </a:lnRef>
          </a:left>
          <a:right>
            <a:lnRef idx="1">
              <a:schemeClr val="accent5">
                <a:tint val="50000"/>
              </a:schemeClr>
            </a:lnRef>
          </a:right>
          <a:top>
            <a:lnRef idx="1">
              <a:schemeClr val="accent5">
                <a:tint val="50000"/>
              </a:schemeClr>
            </a:lnRef>
          </a:top>
          <a:bottom>
            <a:lnRef idx="1">
              <a:schemeClr val="accent5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436" autoAdjust="0"/>
    <p:restoredTop sz="94364" autoAdjust="0"/>
  </p:normalViewPr>
  <p:slideViewPr>
    <p:cSldViewPr snapToGrid="0">
      <p:cViewPr varScale="1">
        <p:scale>
          <a:sx n="77" d="100"/>
          <a:sy n="77" d="100"/>
        </p:scale>
        <p:origin x="3018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11" Type="http://schemas.microsoft.com/office/2015/10/relationships/revisionInfo" Target="revisionInfo.xml"/><Relationship Id="rId5" Type="http://schemas.openxmlformats.org/officeDocument/2006/relationships/handoutMaster" Target="handoutMasters/handoutMaster1.xml"/><Relationship Id="rId10" Type="http://schemas.microsoft.com/office/2016/11/relationships/changesInfo" Target="changesInfos/changesInfo1.xml"/><Relationship Id="rId4" Type="http://schemas.openxmlformats.org/officeDocument/2006/relationships/notesMaster" Target="notesMasters/notesMaster1.xml"/><Relationship Id="rId9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Benjamín de Jesús Cueva Niño de Guzmán" userId="56da303013910523" providerId="LiveId" clId="{532B7A48-8887-4F62-9537-0BA1FAE83637}"/>
    <pc:docChg chg="custSel delSld modSld">
      <pc:chgData name="Benjamín de Jesús Cueva Niño de Guzmán" userId="56da303013910523" providerId="LiveId" clId="{532B7A48-8887-4F62-9537-0BA1FAE83637}" dt="2026-03-05T19:02:18.573" v="92"/>
      <pc:docMkLst>
        <pc:docMk/>
      </pc:docMkLst>
      <pc:sldChg chg="addSp delSp modSp mod">
        <pc:chgData name="Benjamín de Jesús Cueva Niño de Guzmán" userId="56da303013910523" providerId="LiveId" clId="{532B7A48-8887-4F62-9537-0BA1FAE83637}" dt="2026-03-05T18:28:22.486" v="90" actId="1035"/>
        <pc:sldMkLst>
          <pc:docMk/>
          <pc:sldMk cId="2410626708" sldId="277"/>
        </pc:sldMkLst>
        <pc:spChg chg="mod">
          <ac:chgData name="Benjamín de Jesús Cueva Niño de Guzmán" userId="56da303013910523" providerId="LiveId" clId="{532B7A48-8887-4F62-9537-0BA1FAE83637}" dt="2026-03-02T03:17:01.319" v="33" actId="1036"/>
          <ac:spMkLst>
            <pc:docMk/>
            <pc:sldMk cId="2410626708" sldId="277"/>
            <ac:spMk id="2" creationId="{6718E74D-9F2C-B892-E699-1EC198F4A308}"/>
          </ac:spMkLst>
        </pc:spChg>
        <pc:spChg chg="del mod topLvl">
          <ac:chgData name="Benjamín de Jesús Cueva Niño de Guzmán" userId="56da303013910523" providerId="LiveId" clId="{532B7A48-8887-4F62-9537-0BA1FAE83637}" dt="2026-03-04T21:32:20.747" v="79" actId="478"/>
          <ac:spMkLst>
            <pc:docMk/>
            <pc:sldMk cId="2410626708" sldId="277"/>
            <ac:spMk id="7" creationId="{F36D8880-B179-580E-0319-C4E9487E072A}"/>
          </ac:spMkLst>
        </pc:spChg>
        <pc:spChg chg="mod topLvl">
          <ac:chgData name="Benjamín de Jesús Cueva Niño de Guzmán" userId="56da303013910523" providerId="LiveId" clId="{532B7A48-8887-4F62-9537-0BA1FAE83637}" dt="2026-03-05T18:28:22.486" v="90" actId="1035"/>
          <ac:spMkLst>
            <pc:docMk/>
            <pc:sldMk cId="2410626708" sldId="277"/>
            <ac:spMk id="19" creationId="{991C4A27-894B-7257-8062-6F839343BAAD}"/>
          </ac:spMkLst>
        </pc:spChg>
        <pc:grpChg chg="add del mod">
          <ac:chgData name="Benjamín de Jesús Cueva Niño de Guzmán" userId="56da303013910523" providerId="LiveId" clId="{532B7A48-8887-4F62-9537-0BA1FAE83637}" dt="2026-03-04T21:32:17.794" v="78" actId="165"/>
          <ac:grpSpMkLst>
            <pc:docMk/>
            <pc:sldMk cId="2410626708" sldId="277"/>
            <ac:grpSpMk id="10" creationId="{C08ECC3A-B14D-13F6-A0BE-89729DDD9AAB}"/>
          </ac:grpSpMkLst>
        </pc:grpChg>
      </pc:sldChg>
      <pc:sldChg chg="addSp delSp modSp mod">
        <pc:chgData name="Benjamín de Jesús Cueva Niño de Guzmán" userId="56da303013910523" providerId="LiveId" clId="{532B7A48-8887-4F62-9537-0BA1FAE83637}" dt="2026-03-05T19:02:18.573" v="92"/>
        <pc:sldMkLst>
          <pc:docMk/>
          <pc:sldMk cId="4084903007" sldId="278"/>
        </pc:sldMkLst>
        <pc:spChg chg="add mod">
          <ac:chgData name="Benjamín de Jesús Cueva Niño de Guzmán" userId="56da303013910523" providerId="LiveId" clId="{532B7A48-8887-4F62-9537-0BA1FAE83637}" dt="2026-03-05T19:02:18.573" v="92"/>
          <ac:spMkLst>
            <pc:docMk/>
            <pc:sldMk cId="4084903007" sldId="278"/>
            <ac:spMk id="8" creationId="{19B66768-E366-208E-559F-880F2CD3F485}"/>
          </ac:spMkLst>
        </pc:spChg>
        <pc:spChg chg="mod">
          <ac:chgData name="Benjamín de Jesús Cueva Niño de Guzmán" userId="56da303013910523" providerId="LiveId" clId="{532B7A48-8887-4F62-9537-0BA1FAE83637}" dt="2026-03-02T03:17:48.988" v="61" actId="962"/>
          <ac:spMkLst>
            <pc:docMk/>
            <pc:sldMk cId="4084903007" sldId="278"/>
            <ac:spMk id="11" creationId="{6A9C3E86-51AE-E415-AE46-871F1395CD67}"/>
          </ac:spMkLst>
        </pc:spChg>
        <pc:spChg chg="del">
          <ac:chgData name="Benjamín de Jesús Cueva Niño de Guzmán" userId="56da303013910523" providerId="LiveId" clId="{532B7A48-8887-4F62-9537-0BA1FAE83637}" dt="2026-03-05T19:02:18" v="91" actId="478"/>
          <ac:spMkLst>
            <pc:docMk/>
            <pc:sldMk cId="4084903007" sldId="278"/>
            <ac:spMk id="25" creationId="{1BD7C6F0-73B6-617B-0B21-594BAED95EBF}"/>
          </ac:spMkLst>
        </pc:spChg>
        <pc:graphicFrameChg chg="mod modGraphic">
          <ac:chgData name="Benjamín de Jesús Cueva Niño de Guzmán" userId="56da303013910523" providerId="LiveId" clId="{532B7A48-8887-4F62-9537-0BA1FAE83637}" dt="2026-03-02T03:17:59.356" v="77" actId="255"/>
          <ac:graphicFrameMkLst>
            <pc:docMk/>
            <pc:sldMk cId="4084903007" sldId="278"/>
            <ac:graphicFrameMk id="27" creationId="{E2902199-03EA-D12C-1A17-39EA239AECB5}"/>
          </ac:graphicFrameMkLst>
        </pc:graphicFrame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431" cy="497915"/>
          </a:xfrm>
          <a:prstGeom prst="rect">
            <a:avLst/>
          </a:prstGeom>
        </p:spPr>
        <p:txBody>
          <a:bodyPr vert="horz" lIns="90864" tIns="45432" rIns="90864" bIns="45432" rtlCol="0"/>
          <a:lstStyle>
            <a:lvl1pPr algn="l">
              <a:defRPr sz="1200"/>
            </a:lvl1pPr>
          </a:lstStyle>
          <a:p>
            <a:endParaRPr lang="es-PE" dirty="0"/>
          </a:p>
        </p:txBody>
      </p:sp>
      <p:sp>
        <p:nvSpPr>
          <p:cNvPr id="3" name="Marcador de fecha 2"/>
          <p:cNvSpPr>
            <a:spLocks noGrp="1"/>
          </p:cNvSpPr>
          <p:nvPr>
            <p:ph type="dt" sz="quarter" idx="1"/>
          </p:nvPr>
        </p:nvSpPr>
        <p:spPr>
          <a:xfrm>
            <a:off x="3884988" y="0"/>
            <a:ext cx="2971431" cy="497915"/>
          </a:xfrm>
          <a:prstGeom prst="rect">
            <a:avLst/>
          </a:prstGeom>
        </p:spPr>
        <p:txBody>
          <a:bodyPr vert="horz" lIns="90864" tIns="45432" rIns="90864" bIns="45432" rtlCol="0"/>
          <a:lstStyle>
            <a:lvl1pPr algn="r">
              <a:defRPr sz="1200"/>
            </a:lvl1pPr>
          </a:lstStyle>
          <a:p>
            <a:fld id="{03C7FEFC-EB52-44D6-B3F1-2A7BB7FA4226}" type="datetimeFigureOut">
              <a:rPr lang="es-PE" smtClean="0"/>
              <a:t>7/06/2026</a:t>
            </a:fld>
            <a:endParaRPr lang="es-PE" dirty="0"/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2"/>
          </p:nvPr>
        </p:nvSpPr>
        <p:spPr>
          <a:xfrm>
            <a:off x="0" y="9447774"/>
            <a:ext cx="2971431" cy="497915"/>
          </a:xfrm>
          <a:prstGeom prst="rect">
            <a:avLst/>
          </a:prstGeom>
        </p:spPr>
        <p:txBody>
          <a:bodyPr vert="horz" lIns="90864" tIns="45432" rIns="90864" bIns="45432" rtlCol="0" anchor="b"/>
          <a:lstStyle>
            <a:lvl1pPr algn="l">
              <a:defRPr sz="1200"/>
            </a:lvl1pPr>
          </a:lstStyle>
          <a:p>
            <a:endParaRPr lang="es-PE" dirty="0"/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3"/>
          </p:nvPr>
        </p:nvSpPr>
        <p:spPr>
          <a:xfrm>
            <a:off x="3884988" y="9447774"/>
            <a:ext cx="2971431" cy="497915"/>
          </a:xfrm>
          <a:prstGeom prst="rect">
            <a:avLst/>
          </a:prstGeom>
        </p:spPr>
        <p:txBody>
          <a:bodyPr vert="horz" lIns="90864" tIns="45432" rIns="90864" bIns="45432" rtlCol="0" anchor="b"/>
          <a:lstStyle>
            <a:lvl1pPr algn="r">
              <a:defRPr sz="1200"/>
            </a:lvl1pPr>
          </a:lstStyle>
          <a:p>
            <a:fld id="{975F3604-6914-4367-AFE3-5D3ACF5B5B34}" type="slidenum">
              <a:rPr lang="es-PE" smtClean="0"/>
              <a:t>‹Nº›</a:t>
            </a:fld>
            <a:endParaRPr lang="es-PE" dirty="0"/>
          </a:p>
        </p:txBody>
      </p:sp>
    </p:spTree>
    <p:extLst>
      <p:ext uri="{BB962C8B-B14F-4D97-AF65-F5344CB8AC3E}">
        <p14:creationId xmlns:p14="http://schemas.microsoft.com/office/powerpoint/2010/main" val="185509970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2" y="1"/>
            <a:ext cx="2971584" cy="499692"/>
          </a:xfrm>
          <a:prstGeom prst="rect">
            <a:avLst/>
          </a:prstGeom>
        </p:spPr>
        <p:txBody>
          <a:bodyPr vert="horz" lIns="90864" tIns="45432" rIns="90864" bIns="45432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244" y="1"/>
            <a:ext cx="2972670" cy="499692"/>
          </a:xfrm>
          <a:prstGeom prst="rect">
            <a:avLst/>
          </a:prstGeom>
        </p:spPr>
        <p:txBody>
          <a:bodyPr vert="horz" lIns="90864" tIns="45432" rIns="90864" bIns="45432" rtlCol="0"/>
          <a:lstStyle>
            <a:lvl1pPr algn="r">
              <a:defRPr sz="1200"/>
            </a:lvl1pPr>
          </a:lstStyle>
          <a:p>
            <a:fld id="{64955E78-CBAA-441B-9163-D9CD5E983BDA}" type="datetimeFigureOut">
              <a:rPr lang="en-US" smtClean="0"/>
              <a:t>6/7/2026</a:t>
            </a:fld>
            <a:endParaRPr lang="en-US" dirty="0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2266950" y="1241425"/>
            <a:ext cx="2324100" cy="33591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0864" tIns="45432" rIns="90864" bIns="45432" rtlCol="0" anchor="ctr"/>
          <a:lstStyle/>
          <a:p>
            <a:endParaRPr lang="en-US" dirty="0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586" y="4786033"/>
            <a:ext cx="5486835" cy="3917304"/>
          </a:xfrm>
          <a:prstGeom prst="rect">
            <a:avLst/>
          </a:prstGeom>
        </p:spPr>
        <p:txBody>
          <a:bodyPr vert="horz" lIns="90864" tIns="45432" rIns="90864" bIns="45432" rtlCol="0"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2" y="9445997"/>
            <a:ext cx="2971584" cy="499692"/>
          </a:xfrm>
          <a:prstGeom prst="rect">
            <a:avLst/>
          </a:prstGeom>
        </p:spPr>
        <p:txBody>
          <a:bodyPr vert="horz" lIns="90864" tIns="45432" rIns="90864" bIns="45432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244" y="9445997"/>
            <a:ext cx="2972670" cy="499692"/>
          </a:xfrm>
          <a:prstGeom prst="rect">
            <a:avLst/>
          </a:prstGeom>
        </p:spPr>
        <p:txBody>
          <a:bodyPr vert="horz" lIns="90864" tIns="45432" rIns="90864" bIns="45432" rtlCol="0" anchor="b"/>
          <a:lstStyle>
            <a:lvl1pPr algn="r">
              <a:defRPr sz="1200"/>
            </a:lvl1pPr>
          </a:lstStyle>
          <a:p>
            <a:fld id="{E0D3D27F-C54F-4092-8719-89D37DC397E2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3046751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621191"/>
            <a:ext cx="5829300" cy="3448756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5202944"/>
            <a:ext cx="5143500" cy="2391656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4C4E00-4716-4B48-9D97-535E4F94A274}" type="datetimeFigureOut">
              <a:rPr lang="es-PE" smtClean="0"/>
              <a:t>7/06/2026</a:t>
            </a:fld>
            <a:endParaRPr lang="es-PE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7625DD-61F5-4A99-9895-C63091853B7C}" type="slidenum">
              <a:rPr lang="es-PE" smtClean="0"/>
              <a:t>‹Nº›</a:t>
            </a:fld>
            <a:endParaRPr lang="es-PE" dirty="0"/>
          </a:p>
        </p:txBody>
      </p:sp>
    </p:spTree>
    <p:extLst>
      <p:ext uri="{BB962C8B-B14F-4D97-AF65-F5344CB8AC3E}">
        <p14:creationId xmlns:p14="http://schemas.microsoft.com/office/powerpoint/2010/main" val="2837374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4C4E00-4716-4B48-9D97-535E4F94A274}" type="datetimeFigureOut">
              <a:rPr lang="es-PE" smtClean="0"/>
              <a:t>7/06/2026</a:t>
            </a:fld>
            <a:endParaRPr lang="es-PE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7625DD-61F5-4A99-9895-C63091853B7C}" type="slidenum">
              <a:rPr lang="es-PE" smtClean="0"/>
              <a:t>‹Nº›</a:t>
            </a:fld>
            <a:endParaRPr lang="es-PE" dirty="0"/>
          </a:p>
        </p:txBody>
      </p:sp>
    </p:spTree>
    <p:extLst>
      <p:ext uri="{BB962C8B-B14F-4D97-AF65-F5344CB8AC3E}">
        <p14:creationId xmlns:p14="http://schemas.microsoft.com/office/powerpoint/2010/main" val="129668825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2469624"/>
            <a:ext cx="5915025" cy="4120620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6629226"/>
            <a:ext cx="5915025" cy="216693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4C4E00-4716-4B48-9D97-535E4F94A274}" type="datetimeFigureOut">
              <a:rPr lang="es-PE" smtClean="0"/>
              <a:t>7/06/2026</a:t>
            </a:fld>
            <a:endParaRPr lang="es-PE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7625DD-61F5-4A99-9895-C63091853B7C}" type="slidenum">
              <a:rPr lang="es-PE" smtClean="0"/>
              <a:t>‹Nº›</a:t>
            </a:fld>
            <a:endParaRPr lang="es-PE" dirty="0"/>
          </a:p>
        </p:txBody>
      </p:sp>
    </p:spTree>
    <p:extLst>
      <p:ext uri="{BB962C8B-B14F-4D97-AF65-F5344CB8AC3E}">
        <p14:creationId xmlns:p14="http://schemas.microsoft.com/office/powerpoint/2010/main" val="20150849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2637014"/>
            <a:ext cx="2914650" cy="6285266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2637014"/>
            <a:ext cx="2914650" cy="6285266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4C4E00-4716-4B48-9D97-535E4F94A274}" type="datetimeFigureOut">
              <a:rPr lang="es-PE" smtClean="0"/>
              <a:t>7/06/2026</a:t>
            </a:fld>
            <a:endParaRPr lang="es-PE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7625DD-61F5-4A99-9895-C63091853B7C}" type="slidenum">
              <a:rPr lang="es-PE" smtClean="0"/>
              <a:t>‹Nº›</a:t>
            </a:fld>
            <a:endParaRPr lang="es-PE" dirty="0"/>
          </a:p>
        </p:txBody>
      </p:sp>
    </p:spTree>
    <p:extLst>
      <p:ext uri="{BB962C8B-B14F-4D97-AF65-F5344CB8AC3E}">
        <p14:creationId xmlns:p14="http://schemas.microsoft.com/office/powerpoint/2010/main" val="146817926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527405"/>
            <a:ext cx="5915025" cy="1914702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428347"/>
            <a:ext cx="2901255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3618442"/>
            <a:ext cx="2901255" cy="5322183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428347"/>
            <a:ext cx="2915543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3618442"/>
            <a:ext cx="2915543" cy="5322183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4C4E00-4716-4B48-9D97-535E4F94A274}" type="datetimeFigureOut">
              <a:rPr lang="es-PE" smtClean="0"/>
              <a:t>7/06/2026</a:t>
            </a:fld>
            <a:endParaRPr lang="es-PE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7625DD-61F5-4A99-9895-C63091853B7C}" type="slidenum">
              <a:rPr lang="es-PE" smtClean="0"/>
              <a:t>‹Nº›</a:t>
            </a:fld>
            <a:endParaRPr lang="es-PE" dirty="0"/>
          </a:p>
        </p:txBody>
      </p:sp>
    </p:spTree>
    <p:extLst>
      <p:ext uri="{BB962C8B-B14F-4D97-AF65-F5344CB8AC3E}">
        <p14:creationId xmlns:p14="http://schemas.microsoft.com/office/powerpoint/2010/main" val="32347247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4C4E00-4716-4B48-9D97-535E4F94A274}" type="datetimeFigureOut">
              <a:rPr lang="es-PE" smtClean="0"/>
              <a:t>7/06/2026</a:t>
            </a:fld>
            <a:endParaRPr lang="es-PE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7625DD-61F5-4A99-9895-C63091853B7C}" type="slidenum">
              <a:rPr lang="es-PE" smtClean="0"/>
              <a:t>‹Nº›</a:t>
            </a:fld>
            <a:endParaRPr lang="es-PE" dirty="0"/>
          </a:p>
        </p:txBody>
      </p:sp>
    </p:spTree>
    <p:extLst>
      <p:ext uri="{BB962C8B-B14F-4D97-AF65-F5344CB8AC3E}">
        <p14:creationId xmlns:p14="http://schemas.microsoft.com/office/powerpoint/2010/main" val="12921367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4C4E00-4716-4B48-9D97-535E4F94A274}" type="datetimeFigureOut">
              <a:rPr lang="es-PE" smtClean="0"/>
              <a:t>7/06/2026</a:t>
            </a:fld>
            <a:endParaRPr lang="es-PE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7625DD-61F5-4A99-9895-C63091853B7C}" type="slidenum">
              <a:rPr lang="es-PE" smtClean="0"/>
              <a:t>‹Nº›</a:t>
            </a:fld>
            <a:endParaRPr lang="es-PE" dirty="0"/>
          </a:p>
        </p:txBody>
      </p:sp>
    </p:spTree>
    <p:extLst>
      <p:ext uri="{BB962C8B-B14F-4D97-AF65-F5344CB8AC3E}">
        <p14:creationId xmlns:p14="http://schemas.microsoft.com/office/powerpoint/2010/main" val="8882104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426283"/>
            <a:ext cx="3471863" cy="7039681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4C4E00-4716-4B48-9D97-535E4F94A274}" type="datetimeFigureOut">
              <a:rPr lang="es-PE" smtClean="0"/>
              <a:t>7/06/2026</a:t>
            </a:fld>
            <a:endParaRPr lang="es-PE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7625DD-61F5-4A99-9895-C63091853B7C}" type="slidenum">
              <a:rPr lang="es-PE" smtClean="0"/>
              <a:t>‹Nº›</a:t>
            </a:fld>
            <a:endParaRPr lang="es-PE" dirty="0"/>
          </a:p>
        </p:txBody>
      </p:sp>
    </p:spTree>
    <p:extLst>
      <p:ext uri="{BB962C8B-B14F-4D97-AF65-F5344CB8AC3E}">
        <p14:creationId xmlns:p14="http://schemas.microsoft.com/office/powerpoint/2010/main" val="8267885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426283"/>
            <a:ext cx="3471863" cy="7039681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s-ES" dirty="0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4C4E00-4716-4B48-9D97-535E4F94A274}" type="datetimeFigureOut">
              <a:rPr lang="es-PE" smtClean="0"/>
              <a:t>7/06/2026</a:t>
            </a:fld>
            <a:endParaRPr lang="es-PE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7625DD-61F5-4A99-9895-C63091853B7C}" type="slidenum">
              <a:rPr lang="es-PE" smtClean="0"/>
              <a:t>‹Nº›</a:t>
            </a:fld>
            <a:endParaRPr lang="es-PE" dirty="0"/>
          </a:p>
        </p:txBody>
      </p:sp>
    </p:spTree>
    <p:extLst>
      <p:ext uri="{BB962C8B-B14F-4D97-AF65-F5344CB8AC3E}">
        <p14:creationId xmlns:p14="http://schemas.microsoft.com/office/powerpoint/2010/main" val="18281479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4C4E00-4716-4B48-9D97-535E4F94A274}" type="datetimeFigureOut">
              <a:rPr lang="es-PE" smtClean="0"/>
              <a:t>7/06/2026</a:t>
            </a:fld>
            <a:endParaRPr lang="es-PE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7625DD-61F5-4A99-9895-C63091853B7C}" type="slidenum">
              <a:rPr lang="es-PE" smtClean="0"/>
              <a:t>‹Nº›</a:t>
            </a:fld>
            <a:endParaRPr lang="es-PE" dirty="0"/>
          </a:p>
        </p:txBody>
      </p:sp>
    </p:spTree>
    <p:extLst>
      <p:ext uri="{BB962C8B-B14F-4D97-AF65-F5344CB8AC3E}">
        <p14:creationId xmlns:p14="http://schemas.microsoft.com/office/powerpoint/2010/main" val="33218865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527403"/>
            <a:ext cx="1478756" cy="8394877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527403"/>
            <a:ext cx="4350544" cy="8394877"/>
          </a:xfrm>
        </p:spPr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4C4E00-4716-4B48-9D97-535E4F94A274}" type="datetimeFigureOut">
              <a:rPr lang="es-PE" smtClean="0"/>
              <a:t>7/06/2026</a:t>
            </a:fld>
            <a:endParaRPr lang="es-PE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7625DD-61F5-4A99-9895-C63091853B7C}" type="slidenum">
              <a:rPr lang="es-PE" smtClean="0"/>
              <a:t>‹Nº›</a:t>
            </a:fld>
            <a:endParaRPr lang="es-PE" dirty="0"/>
          </a:p>
        </p:txBody>
      </p:sp>
    </p:spTree>
    <p:extLst>
      <p:ext uri="{BB962C8B-B14F-4D97-AF65-F5344CB8AC3E}">
        <p14:creationId xmlns:p14="http://schemas.microsoft.com/office/powerpoint/2010/main" val="19238756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C4C4E00-4716-4B48-9D97-535E4F94A274}" type="datetimeFigureOut">
              <a:rPr lang="es-PE" smtClean="0"/>
              <a:t>7/06/2026</a:t>
            </a:fld>
            <a:endParaRPr lang="es-PE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PE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57625DD-61F5-4A99-9895-C63091853B7C}" type="slidenum">
              <a:rPr lang="es-PE" smtClean="0"/>
              <a:t>‹Nº›</a:t>
            </a:fld>
            <a:endParaRPr lang="es-PE" dirty="0"/>
          </a:p>
        </p:txBody>
      </p:sp>
    </p:spTree>
    <p:extLst>
      <p:ext uri="{BB962C8B-B14F-4D97-AF65-F5344CB8AC3E}">
        <p14:creationId xmlns:p14="http://schemas.microsoft.com/office/powerpoint/2010/main" val="20148408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jpe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1.png"/><Relationship Id="rId7" Type="http://schemas.openxmlformats.org/officeDocument/2006/relationships/image" Target="../media/image6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especializacionvirtual.com/validar-certificado/" TargetMode="External"/><Relationship Id="rId5" Type="http://schemas.openxmlformats.org/officeDocument/2006/relationships/image" Target="../media/image4.png"/><Relationship Id="rId4" Type="http://schemas.openxmlformats.org/officeDocument/2006/relationships/image" Target="../media/image3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F5D67E-ED32-97D7-99BC-9899D192EA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E8D55156-67B8-4336-A410-DB422B06644F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70" t="1753" r="1701" b="1893"/>
          <a:stretch/>
        </p:blipFill>
        <p:spPr>
          <a:xfrm rot="5400000">
            <a:off x="-1501725" y="1501723"/>
            <a:ext cx="9906002" cy="6902552"/>
          </a:xfrm>
          <a:prstGeom prst="rect">
            <a:avLst/>
          </a:prstGeom>
        </p:spPr>
      </p:pic>
      <p:pic>
        <p:nvPicPr>
          <p:cNvPr id="21" name="Grifo">
            <a:extLst>
              <a:ext uri="{FF2B5EF4-FFF2-40B4-BE49-F238E27FC236}">
                <a16:creationId xmlns:a16="http://schemas.microsoft.com/office/drawing/2014/main" id="{F747E739-70C9-F0BF-4A9E-62BD5CFA55FA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817"/>
          <a:stretch/>
        </p:blipFill>
        <p:spPr>
          <a:xfrm>
            <a:off x="814287" y="3566452"/>
            <a:ext cx="5273976" cy="3936266"/>
          </a:xfrm>
          <a:prstGeom prst="rect">
            <a:avLst/>
          </a:prstGeom>
        </p:spPr>
      </p:pic>
      <p:sp>
        <p:nvSpPr>
          <p:cNvPr id="2" name="CuadroTexto 1">
            <a:extLst>
              <a:ext uri="{FF2B5EF4-FFF2-40B4-BE49-F238E27FC236}">
                <a16:creationId xmlns:a16="http://schemas.microsoft.com/office/drawing/2014/main" id="{6718E74D-9F2C-B892-E699-1EC198F4A308}"/>
              </a:ext>
            </a:extLst>
          </p:cNvPr>
          <p:cNvSpPr txBox="1"/>
          <p:nvPr/>
        </p:nvSpPr>
        <p:spPr>
          <a:xfrm>
            <a:off x="792012" y="2833180"/>
            <a:ext cx="5273976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800" b="1" dirty="0">
                <a:latin typeface="Adobe Garamond Pro Bold" panose="02020702060506020403" pitchFamily="18" charset="0"/>
              </a:rPr>
              <a:t>{{NOMBRES}}</a:t>
            </a:r>
          </a:p>
          <a:p>
            <a:pPr algn="ctr"/>
            <a:r>
              <a:rPr lang="es-ES" sz="2800" b="1" dirty="0">
                <a:latin typeface="Adobe Garamond Pro Bold" panose="02020702060506020403" pitchFamily="18" charset="0"/>
              </a:rPr>
              <a:t>{{APELLIDOS}}</a:t>
            </a: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D3A49D29-7E2E-6432-7436-A1B8CDE0CBD2}"/>
              </a:ext>
            </a:extLst>
          </p:cNvPr>
          <p:cNvSpPr txBox="1"/>
          <p:nvPr/>
        </p:nvSpPr>
        <p:spPr>
          <a:xfrm>
            <a:off x="1072094" y="1343973"/>
            <a:ext cx="4713812" cy="7771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PE" b="1" dirty="0">
                <a:latin typeface="Arial" panose="020B0604020202020204" pitchFamily="34" charset="0"/>
                <a:cs typeface="Arial" panose="020B0604020202020204" pitchFamily="34" charset="0"/>
              </a:rPr>
              <a:t>UNIVERSIDAD NACIONAL DE TRUJILLO</a:t>
            </a:r>
            <a:endParaRPr 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es-PE" sz="1600" b="1" dirty="0">
                <a:latin typeface="Arial" panose="020B0604020202020204" pitchFamily="34" charset="0"/>
                <a:cs typeface="Arial" panose="020B0604020202020204" pitchFamily="34" charset="0"/>
              </a:rPr>
              <a:t>ESCUELA DE POSGRADO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es-MX" sz="1050" b="1" dirty="0">
                <a:latin typeface="Arial" panose="020B0604020202020204" pitchFamily="34" charset="0"/>
                <a:cs typeface="Arial" panose="020B0604020202020204" pitchFamily="34" charset="0"/>
              </a:rPr>
              <a:t>RESOLUCIÓN DIRECTORAL N°2477-2018-EPG/UNT</a:t>
            </a:r>
            <a:endParaRPr lang="es-PE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6" name="Imagen 15" descr="Imagen relacionada">
            <a:extLst>
              <a:ext uri="{FF2B5EF4-FFF2-40B4-BE49-F238E27FC236}">
                <a16:creationId xmlns:a16="http://schemas.microsoft.com/office/drawing/2014/main" id="{B7718B06-55CA-2E3C-6C80-F4BE84446227}"/>
              </a:ext>
            </a:extLst>
          </p:cNvPr>
          <p:cNvPicPr/>
          <p:nvPr/>
        </p:nvPicPr>
        <p:blipFill>
          <a:blip r:embed="rId4" cstate="print">
            <a:clrChange>
              <a:clrFrom>
                <a:srgbClr val="FAFAFA"/>
              </a:clrFrom>
              <a:clrTo>
                <a:srgbClr val="FAFAFA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87489" y="400980"/>
            <a:ext cx="966438" cy="907357"/>
          </a:xfrm>
          <a:prstGeom prst="rect">
            <a:avLst/>
          </a:prstGeom>
          <a:noFill/>
          <a:ln>
            <a:noFill/>
          </a:ln>
        </p:spPr>
      </p:pic>
      <p:sp>
        <p:nvSpPr>
          <p:cNvPr id="17" name="Rectángulo 16">
            <a:extLst>
              <a:ext uri="{FF2B5EF4-FFF2-40B4-BE49-F238E27FC236}">
                <a16:creationId xmlns:a16="http://schemas.microsoft.com/office/drawing/2014/main" id="{FC88E61B-8665-F7AA-FB48-82299D51180D}"/>
              </a:ext>
            </a:extLst>
          </p:cNvPr>
          <p:cNvSpPr/>
          <p:nvPr/>
        </p:nvSpPr>
        <p:spPr>
          <a:xfrm>
            <a:off x="655886" y="2020031"/>
            <a:ext cx="5546229" cy="7694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PE" sz="4400" dirty="0">
                <a:latin typeface="Algerian" panose="04020705040A02060702" pitchFamily="82" charset="0"/>
              </a:rPr>
              <a:t>CERTIFICADO</a:t>
            </a:r>
            <a:endParaRPr lang="es-PE" sz="3200" dirty="0">
              <a:latin typeface="Algerian" panose="04020705040A02060702" pitchFamily="82" charset="0"/>
            </a:endParaRP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0F11DFEA-FC46-1F41-8C5B-EA3E3C6BE3C1}"/>
              </a:ext>
            </a:extLst>
          </p:cNvPr>
          <p:cNvSpPr/>
          <p:nvPr/>
        </p:nvSpPr>
        <p:spPr>
          <a:xfrm>
            <a:off x="2809279" y="2619270"/>
            <a:ext cx="1239442" cy="3061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s-PE" sz="1400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Concedido</a:t>
            </a:r>
            <a:r>
              <a:rPr lang="en-US" sz="1400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a:</a:t>
            </a:r>
            <a:endParaRPr lang="en-US" sz="1050" dirty="0">
              <a:solidFill>
                <a:srgbClr val="000000"/>
              </a:solidFill>
              <a:effectLst/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sp>
        <p:nvSpPr>
          <p:cNvPr id="19" name="PH_CONTENIDO_PRINCIPAL">
            <a:extLst>
              <a:ext uri="{FF2B5EF4-FFF2-40B4-BE49-F238E27FC236}">
                <a16:creationId xmlns:a16="http://schemas.microsoft.com/office/drawing/2014/main" id="{991C4A27-894B-7257-8062-6F839343BAAD}"/>
              </a:ext>
            </a:extLst>
          </p:cNvPr>
          <p:cNvSpPr/>
          <p:nvPr/>
        </p:nvSpPr>
        <p:spPr>
          <a:xfrm>
            <a:off x="419400" y="3725602"/>
            <a:ext cx="6019200" cy="3400931"/>
          </a:xfrm>
          <a:prstGeom prst="rect">
            <a:avLst/>
          </a:prstGeom>
          <a:ln>
            <a:noFill/>
          </a:ln>
        </p:spPr>
        <p:txBody>
          <a:bodyPr vert="horz" lIns="0" tIns="0" rIns="0" bIns="0" rtlCol="0" anchor="t" anchorCtr="1">
            <a:spAutoFit/>
          </a:bodyPr>
          <a:lstStyle/>
          <a:p>
            <a:pPr algn="ctr">
              <a:spcBef>
                <a:spcPts val="600"/>
              </a:spcBef>
            </a:pPr>
            <a:r>
              <a:rPr lang="es-PE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Por haber culminado satisfactoriamente el </a:t>
            </a:r>
            <a:r>
              <a:rPr lang="es-PE" sz="14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CURSO </a:t>
            </a:r>
          </a:p>
          <a:p>
            <a:pPr algn="ctr">
              <a:spcBef>
                <a:spcPts val="600"/>
              </a:spcBef>
            </a:pPr>
            <a:r>
              <a:rPr lang="es-PE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DE CAPACITACIÓN en:</a:t>
            </a:r>
          </a:p>
          <a:p>
            <a:pPr algn="ctr">
              <a:spcBef>
                <a:spcPts val="600"/>
              </a:spcBef>
            </a:pPr>
            <a:r>
              <a:rPr lang="es-PE" sz="2800" dirty="0">
                <a:solidFill>
                  <a:schemeClr val="tx2">
                    <a:lumMod val="50000"/>
                  </a:schemeClr>
                </a:solidFill>
                <a:latin typeface="Britannic Bold" panose="020B0903060703020204" pitchFamily="34" charset="0"/>
                <a:ea typeface="Times New Roman" panose="02020603050405020304" pitchFamily="18" charset="0"/>
                <a:cs typeface="Simplified Arabic" panose="02020603050405020304" pitchFamily="18" charset="-78"/>
              </a:rPr>
              <a:t>“{{TEMA_DIPLOMADO}}</a:t>
            </a:r>
            <a:r>
              <a:rPr lang="es-PE" sz="2800" dirty="0">
                <a:solidFill>
                  <a:schemeClr val="tx2">
                    <a:lumMod val="50000"/>
                  </a:schemeClr>
                </a:solidFill>
                <a:effectLst/>
                <a:latin typeface="Britannic Bold" panose="020B0903060703020204" pitchFamily="34" charset="0"/>
                <a:ea typeface="Times New Roman" panose="02020603050405020304" pitchFamily="18" charset="0"/>
                <a:cs typeface="Simplified Arabic" panose="02020603050405020304" pitchFamily="18" charset="-78"/>
              </a:rPr>
              <a:t>”</a:t>
            </a:r>
          </a:p>
          <a:p>
            <a:pPr algn="ctr">
              <a:spcBef>
                <a:spcPts val="600"/>
              </a:spcBef>
            </a:pPr>
            <a:r>
              <a:rPr lang="es-PE" sz="14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s-PE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Realizado por el Instituto Peruano de Diplomados y Especializaciones, que mantuvo participación acad</a:t>
            </a:r>
            <a:r>
              <a:rPr lang="es-PE" sz="14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émica con la Escuela de Posgrado de la Universidad Nacional de Trujillo</a:t>
            </a:r>
            <a:r>
              <a:rPr lang="es-PE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según Resolución </a:t>
            </a:r>
            <a:r>
              <a:rPr lang="es-PE" sz="14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Directoral </a:t>
            </a:r>
            <a:r>
              <a:rPr lang="es-PE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N° </a:t>
            </a:r>
            <a:r>
              <a:rPr lang="es-PE" sz="14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2477</a:t>
            </a:r>
            <a:r>
              <a:rPr lang="es-PE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-2018-EPG/UNT</a:t>
            </a:r>
            <a:r>
              <a:rPr lang="es-PE" sz="14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 R</a:t>
            </a:r>
            <a:r>
              <a:rPr lang="es-PE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ealizado </a:t>
            </a:r>
            <a:r>
              <a:rPr lang="es-PE" sz="14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del {{FECHA_INICIO}} al {{FECHA_FIN}}</a:t>
            </a:r>
            <a:r>
              <a:rPr lang="es-PE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con una duración de {{HORAS_ACADEMICAS}} horas académicas, equivalente a {{CREDITOS_ACADEMICOS}} créditos académicos.</a:t>
            </a:r>
            <a:endParaRPr lang="es-PE" sz="80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>
              <a:spcBef>
                <a:spcPts val="600"/>
              </a:spcBef>
            </a:pPr>
            <a:r>
              <a:rPr lang="es-PE" sz="1400" dirty="0">
                <a:latin typeface="Times New Roman" panose="020206030504050203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Por tanto, se expide el presente Certificado otorgándole los privilegios y consideraciones que le corresponden.</a:t>
            </a:r>
          </a:p>
          <a:p>
            <a:pPr algn="ctr">
              <a:spcBef>
                <a:spcPts val="600"/>
              </a:spcBef>
            </a:pPr>
            <a:r>
              <a:rPr lang="es-PE" sz="1400">
                <a:solidFill>
                  <a:prstClr val="black"/>
                </a:solidFill>
                <a:latin typeface="Times New Roman" panose="020206030504050203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                                                                            {{CIUDAD}}, </a:t>
            </a:r>
            <a:r>
              <a:rPr lang="es-PE" sz="1400" dirty="0">
                <a:solidFill>
                  <a:prstClr val="black"/>
                </a:solidFill>
                <a:latin typeface="Times New Roman" panose="020206030504050203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{{FECHA_EMISION_LARGA}}</a:t>
            </a:r>
            <a:endParaRPr lang="en-US" sz="1400" dirty="0">
              <a:solidFill>
                <a:prstClr val="black"/>
              </a:solidFill>
              <a:latin typeface="Times New Roman" panose="02020603050405020304" pitchFamily="18" charset="0"/>
              <a:ea typeface="Cambria Math" panose="020405030504060302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Rectángulo 19">
            <a:extLst>
              <a:ext uri="{FF2B5EF4-FFF2-40B4-BE49-F238E27FC236}">
                <a16:creationId xmlns:a16="http://schemas.microsoft.com/office/drawing/2014/main" id="{44DA88D6-6D58-D67D-9408-1B4832F17825}"/>
              </a:ext>
            </a:extLst>
          </p:cNvPr>
          <p:cNvSpPr/>
          <p:nvPr/>
        </p:nvSpPr>
        <p:spPr>
          <a:xfrm>
            <a:off x="1071040" y="3342633"/>
            <a:ext cx="5167704" cy="18466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spcBef>
                <a:spcPts val="415"/>
              </a:spcBef>
              <a:spcAft>
                <a:spcPts val="415"/>
              </a:spcAft>
            </a:pPr>
            <a:r>
              <a:rPr lang="es-PE" sz="600" b="1" dirty="0">
                <a:latin typeface="Cambria Math" panose="020405030504060302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 </a:t>
            </a:r>
            <a:endParaRPr lang="en-US" sz="900" b="1" dirty="0">
              <a:latin typeface="Cambria Math" panose="02040503050406030204" pitchFamily="18" charset="0"/>
              <a:ea typeface="Cambria Math" panose="020405030504060302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BC1BF896-3A0A-2D18-2C55-A99B63C83C9E}"/>
              </a:ext>
            </a:extLst>
          </p:cNvPr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" r="603" b="7308"/>
          <a:stretch/>
        </p:blipFill>
        <p:spPr>
          <a:xfrm>
            <a:off x="552895" y="576941"/>
            <a:ext cx="2522188" cy="549493"/>
          </a:xfrm>
          <a:prstGeom prst="rect">
            <a:avLst/>
          </a:prstGeom>
        </p:spPr>
      </p:pic>
      <p:sp>
        <p:nvSpPr>
          <p:cNvPr id="22" name="CuadroTexto 21">
            <a:extLst>
              <a:ext uri="{FF2B5EF4-FFF2-40B4-BE49-F238E27FC236}">
                <a16:creationId xmlns:a16="http://schemas.microsoft.com/office/drawing/2014/main" id="{D6CB106F-7EC0-002A-CEBE-0064B169D038}"/>
              </a:ext>
            </a:extLst>
          </p:cNvPr>
          <p:cNvSpPr txBox="1"/>
          <p:nvPr/>
        </p:nvSpPr>
        <p:spPr>
          <a:xfrm>
            <a:off x="655886" y="8793672"/>
            <a:ext cx="2506575" cy="4385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PE" sz="1150" b="1" dirty="0">
                <a:latin typeface="Arial" panose="020B0604020202020204" pitchFamily="34" charset="0"/>
                <a:cs typeface="Arial" panose="020B0604020202020204" pitchFamily="34" charset="0"/>
              </a:rPr>
              <a:t>CHRISTIAN QUIÑONES CARLOS</a:t>
            </a:r>
          </a:p>
          <a:p>
            <a:pPr algn="ctr"/>
            <a:r>
              <a:rPr lang="es-PE" sz="1100" dirty="0">
                <a:latin typeface="Arial" panose="020B0604020202020204" pitchFamily="34" charset="0"/>
                <a:cs typeface="Arial" panose="020B0604020202020204" pitchFamily="34" charset="0"/>
              </a:rPr>
              <a:t>DIRECTOR ACADÉMICO</a:t>
            </a:r>
          </a:p>
        </p:txBody>
      </p:sp>
      <p:sp>
        <p:nvSpPr>
          <p:cNvPr id="23" name="CuadroTexto 22">
            <a:extLst>
              <a:ext uri="{FF2B5EF4-FFF2-40B4-BE49-F238E27FC236}">
                <a16:creationId xmlns:a16="http://schemas.microsoft.com/office/drawing/2014/main" id="{D962536F-CB9F-1938-8F28-5D8C8FE943C7}"/>
              </a:ext>
            </a:extLst>
          </p:cNvPr>
          <p:cNvSpPr txBox="1"/>
          <p:nvPr/>
        </p:nvSpPr>
        <p:spPr>
          <a:xfrm>
            <a:off x="3527927" y="8788850"/>
            <a:ext cx="2934555" cy="4385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PE" sz="1150" b="1" dirty="0">
                <a:latin typeface="Arial" panose="020B0604020202020204" pitchFamily="34" charset="0"/>
                <a:cs typeface="Arial" panose="020B0604020202020204" pitchFamily="34" charset="0"/>
              </a:rPr>
              <a:t>MARÍA AURORA CARLOS DE LA CRUZ</a:t>
            </a:r>
          </a:p>
          <a:p>
            <a:pPr algn="ctr"/>
            <a:r>
              <a:rPr lang="es-PE" sz="1100" dirty="0">
                <a:latin typeface="Arial" panose="020B0604020202020204" pitchFamily="34" charset="0"/>
                <a:cs typeface="Arial" panose="020B0604020202020204" pitchFamily="34" charset="0"/>
              </a:rPr>
              <a:t>DIRECTORA ADMINISTRATIVA</a:t>
            </a:r>
          </a:p>
        </p:txBody>
      </p:sp>
      <p:sp>
        <p:nvSpPr>
          <p:cNvPr id="9" name="AutoShape 4" descr="blob:https://web.whatsapp.com/34fb4399-25ce-4206-a049-279514aee91f">
            <a:extLst>
              <a:ext uri="{FF2B5EF4-FFF2-40B4-BE49-F238E27FC236}">
                <a16:creationId xmlns:a16="http://schemas.microsoft.com/office/drawing/2014/main" id="{86ED2EAC-2620-F68F-6D60-F89352D5B692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-893235" y="1427740"/>
            <a:ext cx="4278942" cy="42789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PE"/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F91A0089-6FF1-039E-99B9-D2D6B82F2DDF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b="15237"/>
          <a:stretch/>
        </p:blipFill>
        <p:spPr>
          <a:xfrm>
            <a:off x="347662" y="7939316"/>
            <a:ext cx="6162675" cy="15985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062670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49D09D-BC0F-2DD5-ABE0-9BF7C8F7F8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Grifo">
            <a:extLst>
              <a:ext uri="{FF2B5EF4-FFF2-40B4-BE49-F238E27FC236}">
                <a16:creationId xmlns:a16="http://schemas.microsoft.com/office/drawing/2014/main" id="{6CFBCF22-5732-691C-DD77-F10F9B461A72}"/>
              </a:ext>
            </a:extLst>
          </p:cNvPr>
          <p:cNvPicPr>
            <a:picLocks noChangeAspect="1"/>
          </p:cNvPicPr>
          <p:nvPr/>
        </p:nvPicPr>
        <p:blipFill>
          <a:blip r:embed="rId2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46711" y="5952655"/>
            <a:ext cx="4239492" cy="3190219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BE60CF2D-01A2-E577-44D8-09585FD1037C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70" t="1753" r="1701" b="1893"/>
          <a:stretch/>
        </p:blipFill>
        <p:spPr>
          <a:xfrm rot="5400000">
            <a:off x="-1501725" y="1501723"/>
            <a:ext cx="9906002" cy="6902552"/>
          </a:xfrm>
          <a:prstGeom prst="rect">
            <a:avLst/>
          </a:prstGeom>
        </p:spPr>
      </p:pic>
      <p:graphicFrame>
        <p:nvGraphicFramePr>
          <p:cNvPr id="2" name="Tabla 1">
            <a:extLst>
              <a:ext uri="{FF2B5EF4-FFF2-40B4-BE49-F238E27FC236}">
                <a16:creationId xmlns:a16="http://schemas.microsoft.com/office/drawing/2014/main" id="{AF12C4D5-38EC-3365-B9FE-4D8C1784A52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91069703"/>
              </p:ext>
            </p:extLst>
          </p:nvPr>
        </p:nvGraphicFramePr>
        <p:xfrm>
          <a:off x="625785" y="7846593"/>
          <a:ext cx="2449298" cy="1659748"/>
        </p:xfrm>
        <a:graphic>
          <a:graphicData uri="http://schemas.openxmlformats.org/drawingml/2006/table">
            <a:tbl>
              <a:tblPr firstRow="1" bandRow="1">
                <a:tableStyleId>{F2DE63D5-997A-4646-A377-4702673A728D}</a:tableStyleId>
              </a:tblPr>
              <a:tblGrid>
                <a:gridCol w="837255">
                  <a:extLst>
                    <a:ext uri="{9D8B030D-6E8A-4147-A177-3AD203B41FA5}">
                      <a16:colId xmlns:a16="http://schemas.microsoft.com/office/drawing/2014/main" val="3956221826"/>
                    </a:ext>
                  </a:extLst>
                </a:gridCol>
                <a:gridCol w="1612043">
                  <a:extLst>
                    <a:ext uri="{9D8B030D-6E8A-4147-A177-3AD203B41FA5}">
                      <a16:colId xmlns:a16="http://schemas.microsoft.com/office/drawing/2014/main" val="3056520887"/>
                    </a:ext>
                  </a:extLst>
                </a:gridCol>
              </a:tblGrid>
              <a:tr h="300637">
                <a:tc gridSpan="2">
                  <a:txBody>
                    <a:bodyPr/>
                    <a:lstStyle/>
                    <a:p>
                      <a:pPr algn="ctr"/>
                      <a:r>
                        <a:rPr lang="es-PE" sz="12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REGISTRO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P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22817205"/>
                  </a:ext>
                </a:extLst>
              </a:tr>
              <a:tr h="300637">
                <a:tc>
                  <a:txBody>
                    <a:bodyPr/>
                    <a:lstStyle/>
                    <a:p>
                      <a:r>
                        <a:rPr lang="es-PE" sz="1200" dirty="0"/>
                        <a:t>LIBRO N°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PE" sz="1200" dirty="0"/>
                        <a:t>001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79814925"/>
                  </a:ext>
                </a:extLst>
              </a:tr>
              <a:tr h="300637">
                <a:tc>
                  <a:txBody>
                    <a:bodyPr/>
                    <a:lstStyle/>
                    <a:p>
                      <a:r>
                        <a:rPr lang="es-PE" sz="1200" dirty="0"/>
                        <a:t>FOLIO N°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PE" sz="1200"/>
                        <a:t>{{FOLIO_NUMERO}}</a:t>
                      </a:r>
                      <a:endParaRPr lang="es-PE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85477436"/>
                  </a:ext>
                </a:extLst>
              </a:tr>
              <a:tr h="300637">
                <a:tc>
                  <a:txBody>
                    <a:bodyPr/>
                    <a:lstStyle/>
                    <a:p>
                      <a:r>
                        <a:rPr lang="es-PE" sz="1200" dirty="0"/>
                        <a:t>FECHA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PE" sz="1200" dirty="0"/>
                        <a:t>{{FECHA_EMISION_CORTA}}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92299900"/>
                  </a:ext>
                </a:extLst>
              </a:tr>
              <a:tr h="300637">
                <a:tc>
                  <a:txBody>
                    <a:bodyPr/>
                    <a:lstStyle/>
                    <a:p>
                      <a:r>
                        <a:rPr lang="es-PE" sz="1200" dirty="0"/>
                        <a:t>FIRMA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PE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97285177"/>
                  </a:ext>
                </a:extLst>
              </a:tr>
            </a:tbl>
          </a:graphicData>
        </a:graphic>
      </p:graphicFrame>
      <p:sp>
        <p:nvSpPr>
          <p:cNvPr id="22" name="CuadroTexto 21">
            <a:extLst>
              <a:ext uri="{FF2B5EF4-FFF2-40B4-BE49-F238E27FC236}">
                <a16:creationId xmlns:a16="http://schemas.microsoft.com/office/drawing/2014/main" id="{6951C6B7-DEAD-F01E-65B1-FE5B9C43A436}"/>
              </a:ext>
            </a:extLst>
          </p:cNvPr>
          <p:cNvSpPr txBox="1"/>
          <p:nvPr/>
        </p:nvSpPr>
        <p:spPr>
          <a:xfrm>
            <a:off x="1072094" y="1431859"/>
            <a:ext cx="4713812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PE" b="1" dirty="0">
                <a:latin typeface="Arial" panose="020B0604020202020204" pitchFamily="34" charset="0"/>
                <a:cs typeface="Arial" panose="020B0604020202020204" pitchFamily="34" charset="0"/>
              </a:rPr>
              <a:t>UNIVERSIDAD NACIONAL DE TRUJILLO</a:t>
            </a:r>
            <a:endParaRPr 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es-PE" sz="1600" b="1" dirty="0">
                <a:latin typeface="Arial" panose="020B0604020202020204" pitchFamily="34" charset="0"/>
                <a:cs typeface="Arial" panose="020B0604020202020204" pitchFamily="34" charset="0"/>
              </a:rPr>
              <a:t>ESCUELA DE POSGRADO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es-MX" sz="1050" b="1" dirty="0">
                <a:latin typeface="Arial" panose="020B0604020202020204" pitchFamily="34" charset="0"/>
                <a:cs typeface="Arial" panose="020B0604020202020204" pitchFamily="34" charset="0"/>
              </a:rPr>
              <a:t>RESOLUCIÓN DIRECTORAL N°2477-2018-EPG/UNT</a:t>
            </a:r>
            <a:endParaRPr lang="es-PE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3" name="Imagen 22" descr="Imagen relacionada">
            <a:extLst>
              <a:ext uri="{FF2B5EF4-FFF2-40B4-BE49-F238E27FC236}">
                <a16:creationId xmlns:a16="http://schemas.microsoft.com/office/drawing/2014/main" id="{209A10A5-C451-847B-8755-10B9B04DE0EA}"/>
              </a:ext>
            </a:extLst>
          </p:cNvPr>
          <p:cNvPicPr/>
          <p:nvPr/>
        </p:nvPicPr>
        <p:blipFill>
          <a:blip r:embed="rId4" cstate="print">
            <a:clrChange>
              <a:clrFrom>
                <a:srgbClr val="FAFAFA"/>
              </a:clrFrom>
              <a:clrTo>
                <a:srgbClr val="FAFAFA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87489" y="400980"/>
            <a:ext cx="966438" cy="907357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PH_TEMA">
            <a:extLst>
              <a:ext uri="{FF2B5EF4-FFF2-40B4-BE49-F238E27FC236}">
                <a16:creationId xmlns:a16="http://schemas.microsoft.com/office/drawing/2014/main" id="{6A9C3E86-51AE-E415-AE46-871F1395CD67}"/>
              </a:ext>
            </a:extLst>
          </p:cNvPr>
          <p:cNvSpPr txBox="1"/>
          <p:nvPr/>
        </p:nvSpPr>
        <p:spPr>
          <a:xfrm>
            <a:off x="625785" y="2099352"/>
            <a:ext cx="5683575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ES" sz="1600" b="1" dirty="0">
                <a:latin typeface="Arial" pitchFamily="34" charset="0"/>
                <a:cs typeface="Arial" pitchFamily="34" charset="0"/>
              </a:rPr>
              <a:t>CERTIFICADO DE ESTUDIOS</a:t>
            </a:r>
          </a:p>
          <a:p>
            <a:r>
              <a:rPr lang="es-ES" sz="1400" b="1" dirty="0">
                <a:latin typeface="Arial" pitchFamily="34" charset="0"/>
                <a:cs typeface="Arial" pitchFamily="34" charset="0"/>
              </a:rPr>
              <a:t>PARTICIPANTE: </a:t>
            </a:r>
            <a:r>
              <a:rPr lang="es-ES" sz="1400" dirty="0">
                <a:latin typeface="Arial" pitchFamily="34" charset="0"/>
                <a:cs typeface="Arial" pitchFamily="34" charset="0"/>
              </a:rPr>
              <a:t>{{NOMBRE_COMPLETO_MINUSCULA}}</a:t>
            </a:r>
            <a:br>
              <a:rPr lang="es-ES" sz="1400" dirty="0">
                <a:latin typeface="Arial" pitchFamily="34" charset="0"/>
                <a:cs typeface="Arial" pitchFamily="34" charset="0"/>
              </a:rPr>
            </a:br>
            <a:r>
              <a:rPr lang="es-ES" sz="1400" b="1" dirty="0">
                <a:latin typeface="Arial" pitchFamily="34" charset="0"/>
                <a:cs typeface="Arial" pitchFamily="34" charset="0"/>
              </a:rPr>
              <a:t>CURSO DE CAPACITACIÓN: </a:t>
            </a:r>
            <a:r>
              <a:rPr lang="es-ES" sz="1400" dirty="0">
                <a:latin typeface="Arial" pitchFamily="34" charset="0"/>
                <a:cs typeface="Arial" pitchFamily="34" charset="0"/>
              </a:rPr>
              <a:t>{{TEMA_DIPLOMADO}}</a:t>
            </a:r>
            <a:endParaRPr lang="es-PE" sz="1000" dirty="0">
              <a:latin typeface="Arial" pitchFamily="34" charset="0"/>
              <a:cs typeface="Arial" pitchFamily="34" charset="0"/>
            </a:endParaRP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C55FE0D8-5430-1D96-D13C-172A0921E3DF}"/>
              </a:ext>
            </a:extLst>
          </p:cNvPr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" r="603" b="7308"/>
          <a:stretch/>
        </p:blipFill>
        <p:spPr>
          <a:xfrm>
            <a:off x="552895" y="576941"/>
            <a:ext cx="2522188" cy="549493"/>
          </a:xfrm>
          <a:prstGeom prst="rect">
            <a:avLst/>
          </a:prstGeom>
        </p:spPr>
      </p:pic>
      <p:sp>
        <p:nvSpPr>
          <p:cNvPr id="19" name="Rectángulo 18">
            <a:extLst>
              <a:ext uri="{FF2B5EF4-FFF2-40B4-BE49-F238E27FC236}">
                <a16:creationId xmlns:a16="http://schemas.microsoft.com/office/drawing/2014/main" id="{C0C7196F-E4CE-067E-A5FF-B9A6F18EEAC7}"/>
              </a:ext>
            </a:extLst>
          </p:cNvPr>
          <p:cNvSpPr/>
          <p:nvPr/>
        </p:nvSpPr>
        <p:spPr>
          <a:xfrm>
            <a:off x="4396354" y="7758419"/>
            <a:ext cx="2130198" cy="34009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r">
              <a:lnSpc>
                <a:spcPct val="115000"/>
              </a:lnSpc>
              <a:spcBef>
                <a:spcPts val="59"/>
              </a:spcBef>
            </a:pPr>
            <a:r>
              <a:rPr lang="es-PE" sz="1400" b="1" dirty="0">
                <a:solidFill>
                  <a:prstClr val="black"/>
                </a:solidFill>
                <a:latin typeface="Times New Roman" panose="020206030504050203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Resolución Universidad</a:t>
            </a:r>
            <a:endParaRPr lang="en-US" sz="1400" b="1" dirty="0">
              <a:solidFill>
                <a:prstClr val="black"/>
              </a:solidFill>
              <a:latin typeface="Times New Roman" panose="02020603050405020304" pitchFamily="18" charset="0"/>
              <a:ea typeface="Cambria Math" panose="020405030504060302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20" name="Grupo 19">
            <a:extLst>
              <a:ext uri="{FF2B5EF4-FFF2-40B4-BE49-F238E27FC236}">
                <a16:creationId xmlns:a16="http://schemas.microsoft.com/office/drawing/2014/main" id="{71A94CA7-6038-E347-DDC6-95614A76D49F}"/>
              </a:ext>
            </a:extLst>
          </p:cNvPr>
          <p:cNvGrpSpPr/>
          <p:nvPr/>
        </p:nvGrpSpPr>
        <p:grpSpPr>
          <a:xfrm>
            <a:off x="4281274" y="9051192"/>
            <a:ext cx="2297657" cy="437033"/>
            <a:chOff x="4281274" y="8807352"/>
            <a:chExt cx="2297657" cy="437033"/>
          </a:xfrm>
        </p:grpSpPr>
        <p:sp>
          <p:nvSpPr>
            <p:cNvPr id="21" name="Rectángulo 20">
              <a:extLst>
                <a:ext uri="{FF2B5EF4-FFF2-40B4-BE49-F238E27FC236}">
                  <a16:creationId xmlns:a16="http://schemas.microsoft.com/office/drawing/2014/main" id="{F504B604-2130-507F-8E03-01F7D086990D}"/>
                </a:ext>
              </a:extLst>
            </p:cNvPr>
            <p:cNvSpPr/>
            <p:nvPr/>
          </p:nvSpPr>
          <p:spPr>
            <a:xfrm>
              <a:off x="4312624" y="8807352"/>
              <a:ext cx="2213928" cy="437033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PE"/>
            </a:p>
          </p:txBody>
        </p:sp>
        <p:sp>
          <p:nvSpPr>
            <p:cNvPr id="24" name="CuadroTexto 23">
              <a:extLst>
                <a:ext uri="{FF2B5EF4-FFF2-40B4-BE49-F238E27FC236}">
                  <a16:creationId xmlns:a16="http://schemas.microsoft.com/office/drawing/2014/main" id="{F52B0274-D2D4-71BC-6A96-8B3AD9E64846}"/>
                </a:ext>
              </a:extLst>
            </p:cNvPr>
            <p:cNvSpPr txBox="1"/>
            <p:nvPr/>
          </p:nvSpPr>
          <p:spPr>
            <a:xfrm>
              <a:off x="4281274" y="8809560"/>
              <a:ext cx="2297657" cy="39241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PE" sz="650" b="1" dirty="0"/>
                <a:t>PARA POSTERIOR VERIFICACIÓN DE ESTE CERTIFICADO SE PUEDE REALIZAR INGRESANDO EL CÓDIGO DEL ESTUDIANTE EN: </a:t>
              </a:r>
              <a:r>
                <a:rPr lang="es-PE" sz="650" b="1" dirty="0">
                  <a:hlinkClick r:id="rId6"/>
                </a:rPr>
                <a:t>https://especializacionvirtual.com/validar-certificado/</a:t>
              </a:r>
              <a:r>
                <a:rPr lang="es-PE" sz="650" b="1" dirty="0"/>
                <a:t> </a:t>
              </a:r>
            </a:p>
          </p:txBody>
        </p:sp>
      </p:grpSp>
      <p:graphicFrame>
        <p:nvGraphicFramePr>
          <p:cNvPr id="27" name="PH_TABLA">
            <a:extLst>
              <a:ext uri="{FF2B5EF4-FFF2-40B4-BE49-F238E27FC236}">
                <a16:creationId xmlns:a16="http://schemas.microsoft.com/office/drawing/2014/main" id="{E2902199-03EA-D12C-1A17-39EA239AECB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61901392"/>
              </p:ext>
            </p:extLst>
          </p:nvPr>
        </p:nvGraphicFramePr>
        <p:xfrm>
          <a:off x="745017" y="2905312"/>
          <a:ext cx="5367967" cy="3475566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1449715">
                  <a:extLst>
                    <a:ext uri="{9D8B030D-6E8A-4147-A177-3AD203B41FA5}">
                      <a16:colId xmlns:a16="http://schemas.microsoft.com/office/drawing/2014/main" val="1484549653"/>
                    </a:ext>
                  </a:extLst>
                </a:gridCol>
                <a:gridCol w="2678906">
                  <a:extLst>
                    <a:ext uri="{9D8B030D-6E8A-4147-A177-3AD203B41FA5}">
                      <a16:colId xmlns:a16="http://schemas.microsoft.com/office/drawing/2014/main" val="1352610699"/>
                    </a:ext>
                  </a:extLst>
                </a:gridCol>
                <a:gridCol w="1239346">
                  <a:extLst>
                    <a:ext uri="{9D8B030D-6E8A-4147-A177-3AD203B41FA5}">
                      <a16:colId xmlns:a16="http://schemas.microsoft.com/office/drawing/2014/main" val="3793606720"/>
                    </a:ext>
                  </a:extLst>
                </a:gridCol>
              </a:tblGrid>
              <a:tr h="501547">
                <a:tc>
                  <a:txBody>
                    <a:bodyPr/>
                    <a:lstStyle/>
                    <a:p>
                      <a:pPr algn="ctr"/>
                      <a:r>
                        <a:rPr lang="en-US" sz="1200" kern="1200" dirty="0"/>
                        <a:t>MÓDULO</a:t>
                      </a:r>
                      <a:endParaRPr lang="en-US" sz="1200" b="0" kern="1200" dirty="0">
                        <a:solidFill>
                          <a:schemeClr val="bg1"/>
                        </a:solidFill>
                        <a:latin typeface="Bahnschrift" panose="020B0502040204020203" pitchFamily="34" charset="0"/>
                        <a:ea typeface="+mn-ea"/>
                        <a:cs typeface="+mn-cs"/>
                      </a:endParaRPr>
                    </a:p>
                  </a:txBody>
                  <a:tcPr marL="190782" marR="190782" marT="95391" marB="95391"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kern="1200" dirty="0"/>
                        <a:t>TEMAS</a:t>
                      </a:r>
                      <a:endParaRPr lang="en-US" sz="1200" b="0" kern="1200" dirty="0">
                        <a:solidFill>
                          <a:schemeClr val="bg1"/>
                        </a:solidFill>
                        <a:latin typeface="Bahnschrift" panose="020B0502040204020203" pitchFamily="34" charset="0"/>
                        <a:ea typeface="+mn-ea"/>
                        <a:cs typeface="+mn-cs"/>
                      </a:endParaRPr>
                    </a:p>
                  </a:txBody>
                  <a:tcPr marL="190782" marR="190782" marT="95391" marB="95391"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kern="1200" dirty="0"/>
                        <a:t>HORAS ACADÉMICAS</a:t>
                      </a:r>
                      <a:endParaRPr lang="en-US" sz="1200" b="0" kern="1200" dirty="0">
                        <a:solidFill>
                          <a:schemeClr val="bg1"/>
                        </a:solidFill>
                        <a:latin typeface="Bahnschrift" panose="020B0502040204020203" pitchFamily="34" charset="0"/>
                        <a:ea typeface="+mn-ea"/>
                        <a:cs typeface="+mn-cs"/>
                      </a:endParaRPr>
                    </a:p>
                  </a:txBody>
                  <a:tcPr marL="190782" marR="190782" marT="95391" marB="95391" anchor="ctr"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88635017"/>
                  </a:ext>
                </a:extLst>
              </a:tr>
              <a:tr h="334454">
                <a:tc>
                  <a:txBody>
                    <a:bodyPr/>
                    <a:lstStyle/>
                    <a:p>
                      <a:pPr algn="ctr"/>
                      <a:r>
                        <a:rPr lang="en-US" sz="1050" kern="1200" dirty="0"/>
                        <a:t>MÓDULO I</a:t>
                      </a:r>
                      <a:endParaRPr lang="en-US" sz="1050" b="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90782" marR="190782" marT="95391" marB="95391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950" dirty="0"/>
                        <a:t>{{MODULO_1}}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b="0" dirty="0">
                          <a:solidFill>
                            <a:schemeClr val="tx1"/>
                          </a:solidFill>
                        </a:rPr>
                        <a:t>{{HORAS_MODULO}}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0180495"/>
                  </a:ext>
                </a:extLst>
              </a:tr>
              <a:tr h="334454">
                <a:tc>
                  <a:txBody>
                    <a:bodyPr/>
                    <a:lstStyle/>
                    <a:p>
                      <a:pPr marL="0" marR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50" kern="1200" dirty="0"/>
                        <a:t>MÓDULO II</a:t>
                      </a:r>
                      <a:endParaRPr lang="en-US" sz="1050" b="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90782" marR="190782" marT="95391" marB="95391" anchor="ctr"/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950" dirty="0"/>
                        <a:t>{{MODULO_2}}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b="0" dirty="0">
                          <a:solidFill>
                            <a:schemeClr val="tx1"/>
                          </a:solidFill>
                        </a:rPr>
                        <a:t>{{HORAS_MODULO}}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06037612"/>
                  </a:ext>
                </a:extLst>
              </a:tr>
              <a:tr h="334454">
                <a:tc>
                  <a:txBody>
                    <a:bodyPr/>
                    <a:lstStyle/>
                    <a:p>
                      <a:pPr algn="ctr"/>
                      <a:r>
                        <a:rPr lang="en-US" sz="1050" kern="1200" dirty="0"/>
                        <a:t>MÓDULO III</a:t>
                      </a:r>
                      <a:endParaRPr lang="en-US" sz="1050" b="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90782" marR="190782" marT="95391" marB="95391" anchor="ctr"/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950" dirty="0"/>
                        <a:t>{{MODULO_3}}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b="0" dirty="0">
                          <a:solidFill>
                            <a:schemeClr val="tx1"/>
                          </a:solidFill>
                        </a:rPr>
                        <a:t>{{HORAS_MODULO}}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13539144"/>
                  </a:ext>
                </a:extLst>
              </a:tr>
              <a:tr h="334454">
                <a:tc>
                  <a:txBody>
                    <a:bodyPr/>
                    <a:lstStyle/>
                    <a:p>
                      <a:pPr marL="0" marR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50" kern="1200" dirty="0"/>
                        <a:t>MÓDULO IV</a:t>
                      </a:r>
                      <a:endParaRPr lang="en-US" sz="1050" b="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90782" marR="190782" marT="95391" marB="95391" anchor="ctr"/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950" dirty="0"/>
                        <a:t>{{MODULO_4}}</a:t>
                      </a:r>
                      <a:endParaRPr lang="es-ES" sz="950" b="0" i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b="0" dirty="0">
                          <a:solidFill>
                            <a:schemeClr val="tx1"/>
                          </a:solidFill>
                        </a:rPr>
                        <a:t>{{HORAS_MODULO}}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23913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50" kern="1200" dirty="0"/>
                        <a:t>MÓDULO V</a:t>
                      </a:r>
                      <a:endParaRPr lang="en-US" sz="1050" b="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90782" marR="190782" marT="95391" marB="95391" anchor="ctr"/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950" dirty="0"/>
                        <a:t>{{MODULO_5}}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b="0" dirty="0">
                          <a:solidFill>
                            <a:schemeClr val="tx1"/>
                          </a:solidFill>
                        </a:rPr>
                        <a:t>{{HORAS_MODULO}}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1424302"/>
                  </a:ext>
                </a:extLst>
              </a:tr>
              <a:tr h="334454">
                <a:tc gridSpan="2">
                  <a:txBody>
                    <a:bodyPr/>
                    <a:lstStyle/>
                    <a:p>
                      <a:pPr marL="0" marR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050" b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HORAS TOTALES</a:t>
                      </a:r>
                      <a:endParaRPr lang="en-US" sz="1050" b="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90782" marR="190782" marT="95391" marB="95391" anchor="ctr"/>
                </a:tc>
                <a:tc hMerge="1">
                  <a:txBody>
                    <a:bodyPr/>
                    <a:lstStyle/>
                    <a:p>
                      <a:pPr algn="ctr"/>
                      <a:endParaRPr 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050" b="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{{HORAS_ACADEMICAS}}</a:t>
                      </a:r>
                      <a:endParaRPr lang="en-US" sz="1050" b="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90782" marR="190782" marT="95391" marB="95391" anchor="ctr"/>
                </a:tc>
                <a:extLst>
                  <a:ext uri="{0D108BD9-81ED-4DB2-BD59-A6C34878D82A}">
                    <a16:rowId xmlns:a16="http://schemas.microsoft.com/office/drawing/2014/main" val="712995416"/>
                  </a:ext>
                </a:extLst>
              </a:tr>
              <a:tr h="334454">
                <a:tc>
                  <a:txBody>
                    <a:bodyPr/>
                    <a:lstStyle/>
                    <a:p>
                      <a:pPr marL="0" marR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050" b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CALIFICACIÓN</a:t>
                      </a:r>
                      <a:endParaRPr lang="en-US" sz="1050" b="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90782" marR="190782" marT="95391" marB="95391" anchor="ctr"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s-ES" sz="1050" b="0" dirty="0"/>
                        <a:t>19</a:t>
                      </a:r>
                      <a:endParaRPr lang="en-US" sz="1050" b="0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marL="0" marR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b="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90782" marR="190782" marT="95391" marB="95391" anchor="ctr"/>
                </a:tc>
                <a:extLst>
                  <a:ext uri="{0D108BD9-81ED-4DB2-BD59-A6C34878D82A}">
                    <a16:rowId xmlns:a16="http://schemas.microsoft.com/office/drawing/2014/main" val="1607830913"/>
                  </a:ext>
                </a:extLst>
              </a:tr>
            </a:tbl>
          </a:graphicData>
        </a:graphic>
      </p:graphicFrame>
      <p:pic>
        <p:nvPicPr>
          <p:cNvPr id="6" name="Imagen 5">
            <a:extLst>
              <a:ext uri="{FF2B5EF4-FFF2-40B4-BE49-F238E27FC236}">
                <a16:creationId xmlns:a16="http://schemas.microsoft.com/office/drawing/2014/main" id="{877B814B-349D-3B6F-D8B4-1409141EB50B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13998" y="8098512"/>
            <a:ext cx="586060" cy="586060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00301531-3A65-9E11-28A8-2CF4C8D85032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482184" y="9088243"/>
            <a:ext cx="368250" cy="202914"/>
          </a:xfrm>
          <a:prstGeom prst="rect">
            <a:avLst/>
          </a:prstGeom>
        </p:spPr>
      </p:pic>
      <p:sp>
        <p:nvSpPr>
          <p:cNvPr id="8" name="Rectángulo 7">
            <a:extLst>
              <a:ext uri="{FF2B5EF4-FFF2-40B4-BE49-F238E27FC236}">
                <a16:creationId xmlns:a16="http://schemas.microsoft.com/office/drawing/2014/main" id="{19B66768-E366-208E-559F-880F2CD3F485}"/>
              </a:ext>
            </a:extLst>
          </p:cNvPr>
          <p:cNvSpPr/>
          <p:nvPr/>
        </p:nvSpPr>
        <p:spPr>
          <a:xfrm>
            <a:off x="4541929" y="8673847"/>
            <a:ext cx="2130198" cy="3821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>
              <a:spcBef>
                <a:spcPts val="59"/>
              </a:spcBef>
            </a:pPr>
            <a:r>
              <a:rPr lang="es-PE" sz="900" dirty="0">
                <a:solidFill>
                  <a:prstClr val="black"/>
                </a:solidFill>
                <a:latin typeface="Times New Roman" panose="020206030504050203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CÓDIGO ESTUDIANTE:</a:t>
            </a:r>
          </a:p>
          <a:p>
            <a:pPr lvl="0" algn="ctr">
              <a:spcBef>
                <a:spcPts val="59"/>
              </a:spcBef>
            </a:pPr>
            <a:r>
              <a:rPr lang="es-PE" sz="900" b="1">
                <a:solidFill>
                  <a:prstClr val="black"/>
                </a:solidFill>
                <a:latin typeface="Times New Roman" panose="020206030504050203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{{CODE_STUDENT}}</a:t>
            </a:r>
            <a:endParaRPr lang="es-PE" sz="900" b="1" dirty="0">
              <a:solidFill>
                <a:prstClr val="black"/>
              </a:solidFill>
              <a:latin typeface="Times New Roman" panose="02020603050405020304" pitchFamily="18" charset="0"/>
              <a:ea typeface="Cambria Math" panose="020405030504060302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317012B0-373B-94B7-CB71-7FB72CF4052C}"/>
              </a:ext>
            </a:extLst>
          </p:cNvPr>
          <p:cNvSpPr txBox="1"/>
          <p:nvPr/>
        </p:nvSpPr>
        <p:spPr>
          <a:xfrm>
            <a:off x="3223371" y="7944756"/>
            <a:ext cx="13976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PE" dirty="0"/>
              <a:t>{{QR_CODE}}</a:t>
            </a:r>
          </a:p>
        </p:txBody>
      </p:sp>
    </p:spTree>
    <p:extLst>
      <p:ext uri="{BB962C8B-B14F-4D97-AF65-F5344CB8AC3E}">
        <p14:creationId xmlns:p14="http://schemas.microsoft.com/office/powerpoint/2010/main" val="4084903007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Tema de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Tema de 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ema de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64175</TotalTime>
  <Words>322</Words>
  <Application>Microsoft Office PowerPoint</Application>
  <PresentationFormat>A4 (210 x 297 mm)</PresentationFormat>
  <Paragraphs>58</Paragraphs>
  <Slides>2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9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</vt:i4>
      </vt:variant>
    </vt:vector>
  </HeadingPairs>
  <TitlesOfParts>
    <vt:vector size="12" baseType="lpstr">
      <vt:lpstr>Adobe Garamond Pro Bold</vt:lpstr>
      <vt:lpstr>Algerian</vt:lpstr>
      <vt:lpstr>Arial</vt:lpstr>
      <vt:lpstr>Bahnschrift</vt:lpstr>
      <vt:lpstr>Britannic Bold</vt:lpstr>
      <vt:lpstr>Calibri</vt:lpstr>
      <vt:lpstr>Calibri Light</vt:lpstr>
      <vt:lpstr>Cambria Math</vt:lpstr>
      <vt:lpstr>Times New Roman</vt:lpstr>
      <vt:lpstr>Tema de Office</vt:lpstr>
      <vt:lpstr>Presentación de PowerPoint</vt:lpstr>
      <vt:lpstr>Presentación de PowerPoint</vt:lpstr>
    </vt:vector>
  </TitlesOfParts>
  <Company>Educa Perú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Educa Peru</dc:creator>
  <cp:lastModifiedBy>Benjamín de Jesús Cueva Niño de Guzmán</cp:lastModifiedBy>
  <cp:revision>1155</cp:revision>
  <cp:lastPrinted>2026-01-13T23:09:00Z</cp:lastPrinted>
  <dcterms:created xsi:type="dcterms:W3CDTF">2018-11-06T14:43:46Z</dcterms:created>
  <dcterms:modified xsi:type="dcterms:W3CDTF">2026-06-08T04:25:43Z</dcterms:modified>
</cp:coreProperties>
</file>