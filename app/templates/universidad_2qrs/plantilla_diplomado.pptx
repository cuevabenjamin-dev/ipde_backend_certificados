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277" r:id="rId2"/>
    <p:sldId id="278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36" autoAdjust="0"/>
    <p:restoredTop sz="94364" autoAdjust="0"/>
  </p:normalViewPr>
  <p:slideViewPr>
    <p:cSldViewPr snapToGrid="0">
      <p:cViewPr varScale="1">
        <p:scale>
          <a:sx n="77" d="100"/>
          <a:sy n="77" d="100"/>
        </p:scale>
        <p:origin x="30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delSld modSld">
      <pc:chgData name="Benjamín de Jesús Cueva Niño de Guzmán" userId="56da303013910523" providerId="LiveId" clId="{532B7A48-8887-4F62-9537-0BA1FAE83637}" dt="2026-03-05T18:58:35.798" v="208" actId="20577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29:19.395" v="164" actId="1035"/>
        <pc:sldMkLst>
          <pc:docMk/>
          <pc:sldMk cId="2410626708" sldId="277"/>
        </pc:sldMkLst>
        <pc:spChg chg="mod modVis">
          <ac:chgData name="Benjamín de Jesús Cueva Niño de Guzmán" userId="56da303013910523" providerId="LiveId" clId="{532B7A48-8887-4F62-9537-0BA1FAE83637}" dt="2026-03-03T01:36:52.951" v="157" actId="1035"/>
          <ac:spMkLst>
            <pc:docMk/>
            <pc:sldMk cId="2410626708" sldId="277"/>
            <ac:spMk id="2" creationId="{6718E74D-9F2C-B892-E699-1EC198F4A308}"/>
          </ac:spMkLst>
        </pc:spChg>
        <pc:spChg chg="mod">
          <ac:chgData name="Benjamín de Jesús Cueva Niño de Guzmán" userId="56da303013910523" providerId="LiveId" clId="{532B7A48-8887-4F62-9537-0BA1FAE83637}" dt="2026-02-27T18:42:45.760" v="30" actId="962"/>
          <ac:spMkLst>
            <pc:docMk/>
            <pc:sldMk cId="2410626708" sldId="277"/>
            <ac:spMk id="3" creationId="{0F11DFEA-FC46-1F41-8C5B-EA3E3C6BE3C1}"/>
          </ac:spMkLst>
        </pc:spChg>
        <pc:spChg chg="add del mod">
          <ac:chgData name="Benjamín de Jesús Cueva Niño de Guzmán" userId="56da303013910523" providerId="LiveId" clId="{532B7A48-8887-4F62-9537-0BA1FAE83637}" dt="2026-02-27T19:49:42.662" v="40"/>
          <ac:spMkLst>
            <pc:docMk/>
            <pc:sldMk cId="2410626708" sldId="277"/>
            <ac:spMk id="6" creationId="{D3A49D29-7E2E-6432-7436-A1B8CDE0CBD2}"/>
          </ac:spMkLst>
        </pc:spChg>
        <pc:spChg chg="mod">
          <ac:chgData name="Benjamín de Jesús Cueva Niño de Guzmán" userId="56da303013910523" providerId="LiveId" clId="{532B7A48-8887-4F62-9537-0BA1FAE83637}" dt="2026-02-27T18:42:59.090" v="31" actId="962"/>
          <ac:spMkLst>
            <pc:docMk/>
            <pc:sldMk cId="2410626708" sldId="277"/>
            <ac:spMk id="17" creationId="{FC88E61B-8665-F7AA-FB48-82299D51180D}"/>
          </ac:spMkLst>
        </pc:spChg>
        <pc:spChg chg="mod ord topLvl">
          <ac:chgData name="Benjamín de Jesús Cueva Niño de Guzmán" userId="56da303013910523" providerId="LiveId" clId="{532B7A48-8887-4F62-9537-0BA1FAE83637}" dt="2026-03-05T18:29:19.395" v="164" actId="1035"/>
          <ac:spMkLst>
            <pc:docMk/>
            <pc:sldMk cId="2410626708" sldId="277"/>
            <ac:spMk id="19" creationId="{991C4A27-894B-7257-8062-6F839343BAAD}"/>
          </ac:spMkLst>
        </pc:spChg>
        <pc:spChg chg="mod ord">
          <ac:chgData name="Benjamín de Jesús Cueva Niño de Guzmán" userId="56da303013910523" providerId="LiveId" clId="{532B7A48-8887-4F62-9537-0BA1FAE83637}" dt="2026-03-03T01:37:06.668" v="161" actId="167"/>
          <ac:spMkLst>
            <pc:docMk/>
            <pc:sldMk cId="2410626708" sldId="277"/>
            <ac:spMk id="22" creationId="{D6CB106F-7EC0-002A-CEBE-0064B169D038}"/>
          </ac:spMkLst>
        </pc:spChg>
        <pc:spChg chg="mod ord">
          <ac:chgData name="Benjamín de Jesús Cueva Niño de Guzmán" userId="56da303013910523" providerId="LiveId" clId="{532B7A48-8887-4F62-9537-0BA1FAE83637}" dt="2026-03-03T01:37:06.668" v="161" actId="167"/>
          <ac:spMkLst>
            <pc:docMk/>
            <pc:sldMk cId="2410626708" sldId="277"/>
            <ac:spMk id="23" creationId="{D962536F-CB9F-1938-8F28-5D8C8FE943C7}"/>
          </ac:spMkLst>
        </pc:spChg>
        <pc:picChg chg="mod">
          <ac:chgData name="Benjamín de Jesús Cueva Niño de Guzmán" userId="56da303013910523" providerId="LiveId" clId="{532B7A48-8887-4F62-9537-0BA1FAE83637}" dt="2026-02-27T18:42:00.579" v="24"/>
          <ac:picMkLst>
            <pc:docMk/>
            <pc:sldMk cId="2410626708" sldId="277"/>
            <ac:picMk id="4" creationId="{BC1BF896-3A0A-2D18-2C55-A99B63C83C9E}"/>
          </ac:picMkLst>
        </pc:picChg>
        <pc:picChg chg="mod">
          <ac:chgData name="Benjamín de Jesús Cueva Niño de Guzmán" userId="56da303013910523" providerId="LiveId" clId="{532B7A48-8887-4F62-9537-0BA1FAE83637}" dt="2026-02-27T18:43:13.475" v="35"/>
          <ac:picMkLst>
            <pc:docMk/>
            <pc:sldMk cId="2410626708" sldId="277"/>
            <ac:picMk id="5" creationId="{E8D55156-67B8-4336-A410-DB422B06644F}"/>
          </ac:picMkLst>
        </pc:picChg>
        <pc:picChg chg="mod ord">
          <ac:chgData name="Benjamín de Jesús Cueva Niño de Guzmán" userId="56da303013910523" providerId="LiveId" clId="{532B7A48-8887-4F62-9537-0BA1FAE83637}" dt="2026-03-03T01:37:03.537" v="160" actId="167"/>
          <ac:picMkLst>
            <pc:docMk/>
            <pc:sldMk cId="2410626708" sldId="277"/>
            <ac:picMk id="8" creationId="{E620381B-4FC1-7AC1-6064-1BDB1EDD40BC}"/>
          </ac:picMkLst>
        </pc:picChg>
        <pc:picChg chg="mod">
          <ac:chgData name="Benjamín de Jesús Cueva Niño de Guzmán" userId="56da303013910523" providerId="LiveId" clId="{532B7A48-8887-4F62-9537-0BA1FAE83637}" dt="2026-02-27T18:43:02.463" v="32"/>
          <ac:picMkLst>
            <pc:docMk/>
            <pc:sldMk cId="2410626708" sldId="277"/>
            <ac:picMk id="16" creationId="{B7718B06-55CA-2E3C-6C80-F4BE84446227}"/>
          </ac:picMkLst>
        </pc:picChg>
        <pc:picChg chg="mod">
          <ac:chgData name="Benjamín de Jesús Cueva Niño de Guzmán" userId="56da303013910523" providerId="LiveId" clId="{532B7A48-8887-4F62-9537-0BA1FAE83637}" dt="2026-02-27T18:43:10.965" v="34"/>
          <ac:picMkLst>
            <pc:docMk/>
            <pc:sldMk cId="2410626708" sldId="277"/>
            <ac:picMk id="21" creationId="{F747E739-70C9-F0BF-4A9E-62BD5CFA55FA}"/>
          </ac:picMkLst>
        </pc:picChg>
      </pc:sldChg>
      <pc:sldChg chg="modSp mod">
        <pc:chgData name="Benjamín de Jesús Cueva Niño de Guzmán" userId="56da303013910523" providerId="LiveId" clId="{532B7A48-8887-4F62-9537-0BA1FAE83637}" dt="2026-03-05T18:58:35.798" v="208" actId="20577"/>
        <pc:sldMkLst>
          <pc:docMk/>
          <pc:sldMk cId="4084903007" sldId="278"/>
        </pc:sldMkLst>
        <pc:spChg chg="mod">
          <ac:chgData name="Benjamín de Jesús Cueva Niño de Guzmán" userId="56da303013910523" providerId="LiveId" clId="{532B7A48-8887-4F62-9537-0BA1FAE83637}" dt="2026-03-02T03:07:16.010" v="135" actId="962"/>
          <ac:spMkLst>
            <pc:docMk/>
            <pc:sldMk cId="4084903007" sldId="278"/>
            <ac:spMk id="11" creationId="{6A9C3E86-51AE-E415-AE46-871F1395CD67}"/>
          </ac:spMkLst>
        </pc:spChg>
        <pc:spChg chg="mod">
          <ac:chgData name="Benjamín de Jesús Cueva Niño de Guzmán" userId="56da303013910523" providerId="LiveId" clId="{532B7A48-8887-4F62-9537-0BA1FAE83637}" dt="2026-03-05T18:58:35.798" v="208" actId="20577"/>
          <ac:spMkLst>
            <pc:docMk/>
            <pc:sldMk cId="4084903007" sldId="278"/>
            <ac:spMk id="25" creationId="{1BD7C6F0-73B6-617B-0B21-594BAED95EBF}"/>
          </ac:spMkLst>
        </pc:spChg>
        <pc:graphicFrameChg chg="mod modGraphic">
          <ac:chgData name="Benjamín de Jesús Cueva Niño de Guzmán" userId="56da303013910523" providerId="LiveId" clId="{532B7A48-8887-4F62-9537-0BA1FAE83637}" dt="2026-03-02T03:07:05.763" v="134" actId="962"/>
          <ac:graphicFrameMkLst>
            <pc:docMk/>
            <pc:sldMk cId="4084903007" sldId="278"/>
            <ac:graphicFrameMk id="27" creationId="{E2902199-03EA-D12C-1A17-39EA239AECB5}"/>
          </ac:graphicFrameMkLst>
        </pc:graphicFrameChg>
        <pc:picChg chg="mod">
          <ac:chgData name="Benjamín de Jesús Cueva Niño de Guzmán" userId="56da303013910523" providerId="LiveId" clId="{532B7A48-8887-4F62-9537-0BA1FAE83637}" dt="2026-02-27T18:40:25.918" v="18" actId="1036"/>
          <ac:picMkLst>
            <pc:docMk/>
            <pc:sldMk cId="4084903007" sldId="278"/>
            <ac:picMk id="3" creationId="{7732230B-A029-72C0-9D5B-2705D3A0233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8" y="0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8" y="9447774"/>
            <a:ext cx="2971431" cy="497915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1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4" tIns="45432" rIns="90864" bIns="45432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6" y="4786033"/>
            <a:ext cx="5486835" cy="3917304"/>
          </a:xfrm>
          <a:prstGeom prst="rect">
            <a:avLst/>
          </a:prstGeom>
        </p:spPr>
        <p:txBody>
          <a:bodyPr vert="horz" lIns="90864" tIns="45432" rIns="90864" bIns="45432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4" tIns="45432" rIns="90864" bIns="45432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especializacionvirtual.com/validar-certificado/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D67E-ED32-97D7-99BC-9899D192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uadroTexto 21">
            <a:extLst>
              <a:ext uri="{FF2B5EF4-FFF2-40B4-BE49-F238E27FC236}">
                <a16:creationId xmlns:a16="http://schemas.microsoft.com/office/drawing/2014/main" id="{D6CB106F-7EC0-002A-CEBE-0064B169D0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5886" y="8793672"/>
            <a:ext cx="250657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CHRISTIAN QUIÑONES CARLOS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962536F-CB9F-1938-8F28-5D8C8FE943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27927" y="8788850"/>
            <a:ext cx="2934555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50" b="1" dirty="0">
                <a:latin typeface="Arial" panose="020B0604020202020204" pitchFamily="34" charset="0"/>
                <a:cs typeface="Arial" panose="020B0604020202020204" pitchFamily="34" charset="0"/>
              </a:rPr>
              <a:t>MARÍA AURORA CARLOS DE LA CRUZ</a:t>
            </a:r>
          </a:p>
          <a:p>
            <a:pPr algn="ctr"/>
            <a:r>
              <a:rPr lang="es-PE" sz="1100" dirty="0">
                <a:latin typeface="Arial" panose="020B0604020202020204" pitchFamily="34" charset="0"/>
                <a:cs typeface="Arial" panose="020B0604020202020204" pitchFamily="34" charset="0"/>
              </a:rPr>
              <a:t>DIRECTORA ADMINISTRATIVA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620381B-4FC1-7AC1-6064-1BDB1EDD40B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2"/>
          <a:srcRect b="15237"/>
          <a:stretch/>
        </p:blipFill>
        <p:spPr>
          <a:xfrm>
            <a:off x="347662" y="7939316"/>
            <a:ext cx="6162675" cy="159858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8D55156-67B8-4336-A410-DB422B06644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21" name="Grifo">
            <a:extLst>
              <a:ext uri="{FF2B5EF4-FFF2-40B4-BE49-F238E27FC236}">
                <a16:creationId xmlns:a16="http://schemas.microsoft.com/office/drawing/2014/main" id="{F747E739-70C9-F0BF-4A9E-62BD5CFA55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814287" y="3566452"/>
            <a:ext cx="5273976" cy="3936266"/>
          </a:xfrm>
          <a:prstGeom prst="rect">
            <a:avLst/>
          </a:prstGeom>
        </p:spPr>
      </p:pic>
      <p:sp>
        <p:nvSpPr>
          <p:cNvPr id="2" name="PH_NOMBRES_APELLIDOS">
            <a:extLst>
              <a:ext uri="{FF2B5EF4-FFF2-40B4-BE49-F238E27FC236}">
                <a16:creationId xmlns:a16="http://schemas.microsoft.com/office/drawing/2014/main" id="{6718E74D-9F2C-B892-E699-1EC198F4A308}"/>
              </a:ext>
            </a:extLst>
          </p:cNvPr>
          <p:cNvSpPr txBox="1"/>
          <p:nvPr/>
        </p:nvSpPr>
        <p:spPr>
          <a:xfrm>
            <a:off x="792012" y="2846926"/>
            <a:ext cx="5273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ES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A49D29-7E2E-6432-7436-A1B8CDE0CBD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72094" y="1343973"/>
            <a:ext cx="4713812" cy="777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Imagen 15" descr="Imagen relacionada">
            <a:extLst>
              <a:ext uri="{FF2B5EF4-FFF2-40B4-BE49-F238E27FC236}">
                <a16:creationId xmlns:a16="http://schemas.microsoft.com/office/drawing/2014/main" id="{B7718B06-55CA-2E3C-6C80-F4BE8444622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PH_TIPO_DOCUMENTO">
            <a:extLst>
              <a:ext uri="{FF2B5EF4-FFF2-40B4-BE49-F238E27FC236}">
                <a16:creationId xmlns:a16="http://schemas.microsoft.com/office/drawing/2014/main" id="{FC88E61B-8665-F7AA-FB48-82299D51180D}"/>
              </a:ext>
            </a:extLst>
          </p:cNvPr>
          <p:cNvSpPr/>
          <p:nvPr/>
        </p:nvSpPr>
        <p:spPr>
          <a:xfrm>
            <a:off x="655886" y="2020031"/>
            <a:ext cx="554622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diplomado</a:t>
            </a:r>
            <a:endParaRPr lang="es-PE" sz="3200" dirty="0">
              <a:latin typeface="Algerian" panose="04020705040A02060702" pitchFamily="82" charset="0"/>
            </a:endParaRPr>
          </a:p>
        </p:txBody>
      </p:sp>
      <p:sp>
        <p:nvSpPr>
          <p:cNvPr id="3" name="PH_CONCEDIDO_A">
            <a:extLst>
              <a:ext uri="{FF2B5EF4-FFF2-40B4-BE49-F238E27FC236}">
                <a16:creationId xmlns:a16="http://schemas.microsoft.com/office/drawing/2014/main" id="{0F11DFEA-FC46-1F41-8C5B-EA3E3C6BE3C1}"/>
              </a:ext>
            </a:extLst>
          </p:cNvPr>
          <p:cNvSpPr/>
          <p:nvPr/>
        </p:nvSpPr>
        <p:spPr>
          <a:xfrm>
            <a:off x="2809279" y="2619270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1BF896-3A0A-2D18-2C55-A99B63C83C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991C4A27-894B-7257-8062-6F839343BAAD}"/>
              </a:ext>
            </a:extLst>
          </p:cNvPr>
          <p:cNvSpPr/>
          <p:nvPr/>
        </p:nvSpPr>
        <p:spPr>
          <a:xfrm>
            <a:off x="419400" y="3756249"/>
            <a:ext cx="6019200" cy="310854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el DIPLOMADO en:</a:t>
            </a:r>
          </a:p>
          <a:p>
            <a:pPr algn="ctr">
              <a:spcBef>
                <a:spcPts val="600"/>
              </a:spcBef>
            </a:pPr>
            <a:r>
              <a:rPr lang="es-PE" sz="28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“{{TEMA_DIPLOMADO}}</a:t>
            </a:r>
            <a:r>
              <a:rPr lang="es-PE" sz="28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por el Instituto Peruano de Diplomados y Especializaciones, que mantuvo participación acad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émica con la Escuela de Posgrado de la Universidad Nacional de Trujillo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según Resolución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Directoral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2477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-2018-EPG/UNT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R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ealizado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{{FECHA_INICIO}} al {{FECHA_FIN}}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una duración de {{HORAS_ACADEMICAS}} horas académicas, equivalente a {{CREDITOS_ACADEMICOS}} créditos académicos.</a:t>
            </a:r>
            <a:endParaRPr lang="es-PE" sz="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{{MODELO_MINUSCULA}} otorgándole los privilegios y consideraciones que le corresponden.</a:t>
            </a:r>
          </a:p>
          <a:p>
            <a:pPr algn="ctr">
              <a:spcBef>
                <a:spcPts val="600"/>
              </a:spcBef>
            </a:pPr>
            <a:r>
              <a:rPr lang="es-PE" sz="140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                                                                           {{</a:t>
            </a:r>
            <a:r>
              <a:rPr lang="es-PE" sz="14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CIUDAD}}, {{FECHA_EMISION_LARGA}}</a:t>
            </a:r>
            <a:endParaRPr lang="en-US" sz="14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62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D09D-BC0F-2DD5-ABE0-9BF7C8F7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E60CF2D-01A2-E577-44D8-09585FD103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1753" r="1701" b="1893"/>
          <a:stretch/>
        </p:blipFill>
        <p:spPr>
          <a:xfrm rot="5400000">
            <a:off x="-1501725" y="1501723"/>
            <a:ext cx="9906002" cy="6902552"/>
          </a:xfrm>
          <a:prstGeom prst="rect">
            <a:avLst/>
          </a:prstGeom>
        </p:spPr>
      </p:pic>
      <p:pic>
        <p:nvPicPr>
          <p:cNvPr id="18" name="Grifo">
            <a:extLst>
              <a:ext uri="{FF2B5EF4-FFF2-40B4-BE49-F238E27FC236}">
                <a16:creationId xmlns:a16="http://schemas.microsoft.com/office/drawing/2014/main" id="{6CFBCF22-5732-691C-DD77-F10F9B461A7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711" y="5952655"/>
            <a:ext cx="4239492" cy="3190219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5AC158F5-D8DD-2613-6ACD-5065B4191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180199"/>
              </p:ext>
            </p:extLst>
          </p:nvPr>
        </p:nvGraphicFramePr>
        <p:xfrm>
          <a:off x="625785" y="7846593"/>
          <a:ext cx="2449298" cy="1659748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837255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612043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006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LIBRO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FOLIO N°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200" dirty="0"/>
                        <a:t>{{FOLIO_NUMERO}}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FECHA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sz="1200" dirty="0"/>
                        <a:t>{{FECHA_EMISION_CORTA}}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00637">
                <a:tc>
                  <a:txBody>
                    <a:bodyPr/>
                    <a:lstStyle/>
                    <a:p>
                      <a:r>
                        <a:rPr lang="es-PE" sz="1200" dirty="0"/>
                        <a:t>FIRMA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sp>
        <p:nvSpPr>
          <p:cNvPr id="22" name="CuadroTexto 21">
            <a:extLst>
              <a:ext uri="{FF2B5EF4-FFF2-40B4-BE49-F238E27FC236}">
                <a16:creationId xmlns:a16="http://schemas.microsoft.com/office/drawing/2014/main" id="{6951C6B7-DEAD-F01E-65B1-FE5B9C43A436}"/>
              </a:ext>
            </a:extLst>
          </p:cNvPr>
          <p:cNvSpPr txBox="1"/>
          <p:nvPr/>
        </p:nvSpPr>
        <p:spPr>
          <a:xfrm>
            <a:off x="1072094" y="1431859"/>
            <a:ext cx="471381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1600" b="1" dirty="0">
                <a:latin typeface="Arial" panose="020B0604020202020204" pitchFamily="34" charset="0"/>
                <a:cs typeface="Arial" panose="020B0604020202020204" pitchFamily="34" charset="0"/>
              </a:rPr>
              <a:t>ESCUELA DE POSGRADO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DIRECTORAL N°2477-2018-EPG/UNT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n 22" descr="Imagen relacionada">
            <a:extLst>
              <a:ext uri="{FF2B5EF4-FFF2-40B4-BE49-F238E27FC236}">
                <a16:creationId xmlns:a16="http://schemas.microsoft.com/office/drawing/2014/main" id="{209A10A5-C451-847B-8755-10B9B04DE0EA}"/>
              </a:ext>
            </a:extLst>
          </p:cNvPr>
          <p:cNvPicPr/>
          <p:nvPr/>
        </p:nvPicPr>
        <p:blipFill>
          <a:blip r:embed="rId4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7489" y="400980"/>
            <a:ext cx="966438" cy="90735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PH_TEMA">
            <a:extLst>
              <a:ext uri="{FF2B5EF4-FFF2-40B4-BE49-F238E27FC236}">
                <a16:creationId xmlns:a16="http://schemas.microsoft.com/office/drawing/2014/main" id="{6A9C3E86-51AE-E415-AE46-871F1395CD67}"/>
              </a:ext>
            </a:extLst>
          </p:cNvPr>
          <p:cNvSpPr txBox="1"/>
          <p:nvPr/>
        </p:nvSpPr>
        <p:spPr>
          <a:xfrm>
            <a:off x="625785" y="2099352"/>
            <a:ext cx="5683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 dirty="0">
                <a:latin typeface="Arial" pitchFamily="34" charset="0"/>
                <a:cs typeface="Arial" pitchFamily="34" charset="0"/>
              </a:rPr>
              <a:t>CERTIFICADO DE ESTUDIOS</a:t>
            </a:r>
          </a:p>
          <a:p>
            <a:r>
              <a:rPr lang="es-ES" sz="1400" b="1" dirty="0">
                <a:latin typeface="Arial" pitchFamily="34" charset="0"/>
                <a:cs typeface="Arial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  <a:br>
              <a:rPr lang="es-ES" sz="1400" dirty="0">
                <a:latin typeface="Arial" pitchFamily="34" charset="0"/>
                <a:cs typeface="Arial" pitchFamily="34" charset="0"/>
              </a:rPr>
            </a:br>
            <a:r>
              <a:rPr lang="es-ES" sz="1400" b="1" dirty="0">
                <a:latin typeface="Arial" pitchFamily="34" charset="0"/>
                <a:cs typeface="Arial" pitchFamily="34" charset="0"/>
              </a:rPr>
              <a:t>DIPLOMADO: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 {{TEMA_DIPLOMADO}}</a:t>
            </a:r>
            <a:endParaRPr lang="es-PE" sz="1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5FE0D8-5430-1D96-D13C-172A0921E3D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03" b="7308"/>
          <a:stretch/>
        </p:blipFill>
        <p:spPr>
          <a:xfrm>
            <a:off x="552895" y="576941"/>
            <a:ext cx="2522188" cy="549493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C0C7196F-E4CE-067E-A5FF-B9A6F18EEAC7}"/>
              </a:ext>
            </a:extLst>
          </p:cNvPr>
          <p:cNvSpPr/>
          <p:nvPr/>
        </p:nvSpPr>
        <p:spPr>
          <a:xfrm>
            <a:off x="4396354" y="7758419"/>
            <a:ext cx="2130198" cy="340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4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Resolución Universidad</a:t>
            </a:r>
            <a:endParaRPr lang="en-US" sz="14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71A94CA7-6038-E347-DDC6-95614A76D49F}"/>
              </a:ext>
            </a:extLst>
          </p:cNvPr>
          <p:cNvGrpSpPr/>
          <p:nvPr/>
        </p:nvGrpSpPr>
        <p:grpSpPr>
          <a:xfrm>
            <a:off x="4281274" y="9051192"/>
            <a:ext cx="2297657" cy="437033"/>
            <a:chOff x="4281274" y="8807352"/>
            <a:chExt cx="2297657" cy="437033"/>
          </a:xfrm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F504B604-2130-507F-8E03-01F7D086990D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F52B0274-D2D4-71BC-6A96-8B3AD9E64846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6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BD7C6F0-73B6-617B-0B21-594BAED95EBF}"/>
              </a:ext>
            </a:extLst>
          </p:cNvPr>
          <p:cNvSpPr/>
          <p:nvPr/>
        </p:nvSpPr>
        <p:spPr>
          <a:xfrm>
            <a:off x="4541929" y="8673847"/>
            <a:ext cx="2130198" cy="3821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lvl="0" algn="ctr">
              <a:spcBef>
                <a:spcPts val="59"/>
              </a:spcBef>
            </a:pPr>
            <a:r>
              <a:rPr lang="es-PE" sz="9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s-PE" sz="9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" name="PH_TABLA">
            <a:extLst>
              <a:ext uri="{FF2B5EF4-FFF2-40B4-BE49-F238E27FC236}">
                <a16:creationId xmlns:a16="http://schemas.microsoft.com/office/drawing/2014/main" id="{E2902199-03EA-D12C-1A17-39EA239AEC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07718"/>
              </p:ext>
            </p:extLst>
          </p:nvPr>
        </p:nvGraphicFramePr>
        <p:xfrm>
          <a:off x="745017" y="2921299"/>
          <a:ext cx="5367967" cy="47100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501547"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/>
                        <a:t>MÓDULO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TEMAS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/>
                        <a:t>HORAS ACADÉMICAS</a:t>
                      </a:r>
                      <a:endParaRPr lang="en-US" sz="12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0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{{MODULO_3}}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{{MODULO_4}}</a:t>
                      </a:r>
                      <a:endParaRPr lang="es-ES" sz="9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{{MODULO_5}}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424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{{MODULO_6}}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87874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{{MODULO_7}}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0688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r>
                        <a:rPr lang="en-U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00" dirty="0"/>
                        <a:t>{{MODULO_8}}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{{HORAS_MODULO}}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5077155"/>
                  </a:ext>
                </a:extLst>
              </a:tr>
              <a:tr h="334454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4454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050" b="0" dirty="0"/>
                        <a:t>19</a:t>
                      </a:r>
                      <a:endParaRPr lang="en-US" sz="1050" b="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7732230B-A029-72C0-9D5B-2705D3A02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2184" y="9101690"/>
            <a:ext cx="368250" cy="20291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9615212-977D-1861-CED0-F34F0EFEDA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998" y="8098512"/>
            <a:ext cx="586060" cy="58606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708334A-6666-82FB-542F-30B1BFC3DE63}"/>
              </a:ext>
            </a:extLst>
          </p:cNvPr>
          <p:cNvSpPr txBox="1"/>
          <p:nvPr/>
        </p:nvSpPr>
        <p:spPr>
          <a:xfrm>
            <a:off x="3223371" y="7944756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40849030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64239</TotalTime>
  <Words>357</Words>
  <Application>Microsoft Office PowerPoint</Application>
  <PresentationFormat>A4 (210 x 297 mm)</PresentationFormat>
  <Paragraphs>65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1" baseType="lpstr">
      <vt:lpstr>Adobe Garamond Pro Bold</vt:lpstr>
      <vt:lpstr>Algerian</vt:lpstr>
      <vt:lpstr>Arial</vt:lpstr>
      <vt:lpstr>Bahnschrift</vt:lpstr>
      <vt:lpstr>Britannic Bold</vt:lpstr>
      <vt:lpstr>Calibri</vt:lpstr>
      <vt:lpstr>Calibri Light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1153</cp:revision>
  <cp:lastPrinted>2026-01-13T23:09:00Z</cp:lastPrinted>
  <dcterms:created xsi:type="dcterms:W3CDTF">2018-11-06T14:43:46Z</dcterms:created>
  <dcterms:modified xsi:type="dcterms:W3CDTF">2026-06-08T04:25:49Z</dcterms:modified>
</cp:coreProperties>
</file>