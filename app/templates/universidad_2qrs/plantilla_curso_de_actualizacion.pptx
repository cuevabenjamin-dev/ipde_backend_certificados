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70768-E0E2-4B6D-8873-3EFAC77C74D0}" v="7" dt="2026-03-05T19:02:09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422" y="-4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3-05T19:02:09.016" v="96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28:41.318" v="94" actId="1035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3-02T03:10:51.649" v="29" actId="1035"/>
          <ac:spMkLst>
            <pc:docMk/>
            <pc:sldMk cId="2410626708" sldId="277"/>
            <ac:spMk id="2" creationId="{6718E74D-9F2C-B892-E699-1EC198F4A308}"/>
          </ac:spMkLst>
        </pc:spChg>
        <pc:spChg chg="del mod topLvl">
          <ac:chgData name="Benjamín de Jesús Cueva Niño de Guzmán" userId="56da303013910523" providerId="LiveId" clId="{532B7A48-8887-4F62-9537-0BA1FAE83637}" dt="2026-03-04T21:31:14.881" v="83" actId="478"/>
          <ac:spMkLst>
            <pc:docMk/>
            <pc:sldMk cId="2410626708" sldId="277"/>
            <ac:spMk id="7" creationId="{F36D8880-B179-580E-0319-C4E9487E072A}"/>
          </ac:spMkLst>
        </pc:spChg>
        <pc:spChg chg="mod topLvl">
          <ac:chgData name="Benjamín de Jesús Cueva Niño de Guzmán" userId="56da303013910523" providerId="LiveId" clId="{532B7A48-8887-4F62-9537-0BA1FAE83637}" dt="2026-03-05T18:28:41.318" v="94" actId="1035"/>
          <ac:spMkLst>
            <pc:docMk/>
            <pc:sldMk cId="2410626708" sldId="277"/>
            <ac:spMk id="19" creationId="{991C4A27-894B-7257-8062-6F839343BAAD}"/>
          </ac:spMkLst>
        </pc:spChg>
        <pc:grpChg chg="add del mod">
          <ac:chgData name="Benjamín de Jesús Cueva Niño de Guzmán" userId="56da303013910523" providerId="LiveId" clId="{532B7A48-8887-4F62-9537-0BA1FAE83637}" dt="2026-03-04T21:30:06.207" v="82" actId="165"/>
          <ac:grpSpMkLst>
            <pc:docMk/>
            <pc:sldMk cId="2410626708" sldId="277"/>
            <ac:grpSpMk id="10" creationId="{21F18E69-AB6F-2257-BB07-777CEF8205AA}"/>
          </ac:grpSpMkLst>
        </pc:grpChg>
      </pc:sldChg>
      <pc:sldChg chg="addSp delSp modSp mod">
        <pc:chgData name="Benjamín de Jesús Cueva Niño de Guzmán" userId="56da303013910523" providerId="LiveId" clId="{532B7A48-8887-4F62-9537-0BA1FAE83637}" dt="2026-03-05T19:02:09.016" v="96"/>
        <pc:sldMkLst>
          <pc:docMk/>
          <pc:sldMk cId="4084903007" sldId="278"/>
        </pc:sldMkLst>
        <pc:spChg chg="add mod">
          <ac:chgData name="Benjamín de Jesús Cueva Niño de Guzmán" userId="56da303013910523" providerId="LiveId" clId="{532B7A48-8887-4F62-9537-0BA1FAE83637}" dt="2026-03-05T19:02:09.016" v="96"/>
          <ac:spMkLst>
            <pc:docMk/>
            <pc:sldMk cId="4084903007" sldId="278"/>
            <ac:spMk id="8" creationId="{B1A3780B-61AF-129B-7657-D90360AC974E}"/>
          </ac:spMkLst>
        </pc:spChg>
        <pc:spChg chg="mod">
          <ac:chgData name="Benjamín de Jesús Cueva Niño de Guzmán" userId="56da303013910523" providerId="LiveId" clId="{532B7A48-8887-4F62-9537-0BA1FAE83637}" dt="2026-03-02T03:11:48.981" v="79" actId="962"/>
          <ac:spMkLst>
            <pc:docMk/>
            <pc:sldMk cId="4084903007" sldId="278"/>
            <ac:spMk id="11" creationId="{6A9C3E86-51AE-E415-AE46-871F1395CD67}"/>
          </ac:spMkLst>
        </pc:spChg>
        <pc:spChg chg="del">
          <ac:chgData name="Benjamín de Jesús Cueva Niño de Guzmán" userId="56da303013910523" providerId="LiveId" clId="{532B7A48-8887-4F62-9537-0BA1FAE83637}" dt="2026-03-05T19:02:08.781" v="95" actId="478"/>
          <ac:spMkLst>
            <pc:docMk/>
            <pc:sldMk cId="4084903007" sldId="278"/>
            <ac:spMk id="25" creationId="{1BD7C6F0-73B6-617B-0B21-594BAED95EBF}"/>
          </ac:spMkLst>
        </pc:spChg>
        <pc:graphicFrameChg chg="mod modGraphic">
          <ac:chgData name="Benjamín de Jesús Cueva Niño de Guzmán" userId="56da303013910523" providerId="LiveId" clId="{532B7A48-8887-4F62-9537-0BA1FAE83637}" dt="2026-03-02T03:11:57.018" v="81" actId="255"/>
          <ac:graphicFrameMkLst>
            <pc:docMk/>
            <pc:sldMk cId="4084903007" sldId="278"/>
            <ac:graphicFrameMk id="27" creationId="{E2902199-03EA-D12C-1A17-39EA239AECB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23020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20031"/>
            <a:ext cx="55462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  <a:endParaRPr lang="es-PE" sz="32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19270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419400" y="3709018"/>
            <a:ext cx="6019200" cy="34009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ACTUALIZACIÓN 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otorgándole los privilegios y consideraciones que le corresponden.</a:t>
            </a:r>
          </a:p>
          <a:p>
            <a:pPr algn="ctr">
              <a:spcBef>
                <a:spcPts val="600"/>
              </a:spcBef>
            </a:pPr>
            <a:r>
              <a:rPr lang="es-PE" sz="140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                                                 {{CIUDAD}}, </a:t>
            </a: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1A0089-6FF1-039E-99B9-D2D6B82F2D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F12C4D5-38EC-3365-B9FE-4D8C1784A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069703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/>
                        <a:t>{{FOLIO_NUMERO}}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PH_TEMA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CURSO DE ACTUALIZACIÓN: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7" name="PH_TABLA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269400"/>
              </p:ext>
            </p:extLst>
          </p:nvPr>
        </p:nvGraphicFramePr>
        <p:xfrm>
          <a:off x="745017" y="2899877"/>
          <a:ext cx="5367967" cy="347556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{{MODULO_4}}</a:t>
                      </a:r>
                      <a:endParaRPr lang="es-ES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77B814B-349D-3B6F-D8B4-1409141EB5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301531-3A65-9E11-28A8-2CF4C8D85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1A3780B-61AF-129B-7657-D90360AC974E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D65374C-AB51-2CC3-8EAD-6490B316A713}"/>
              </a:ext>
            </a:extLst>
          </p:cNvPr>
          <p:cNvSpPr txBox="1"/>
          <p:nvPr/>
        </p:nvSpPr>
        <p:spPr>
          <a:xfrm>
            <a:off x="3223371" y="7944756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64177</TotalTime>
  <Words>322</Words>
  <Application>Microsoft Office PowerPoint</Application>
  <PresentationFormat>A4 (210 x 297 mm)</PresentationFormat>
  <Paragraphs>58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1154</cp:revision>
  <cp:lastPrinted>2026-01-13T23:09:00Z</cp:lastPrinted>
  <dcterms:created xsi:type="dcterms:W3CDTF">2018-11-06T14:43:46Z</dcterms:created>
  <dcterms:modified xsi:type="dcterms:W3CDTF">2026-06-08T04:25:25Z</dcterms:modified>
</cp:coreProperties>
</file>