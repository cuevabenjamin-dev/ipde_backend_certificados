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E3ECE-2174-407D-B644-D0DBC5905E7E}" v="9" dt="2026-03-05T19:00:39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422" y="-3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3-05T19:00:39.869" v="115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7:55.616" v="111" actId="1035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3-03T01:55:37.942" v="105" actId="1035"/>
          <ac:spMkLst>
            <pc:docMk/>
            <pc:sldMk cId="2410626708" sldId="277"/>
            <ac:spMk id="2" creationId="{6718E74D-9F2C-B892-E699-1EC198F4A308}"/>
          </ac:spMkLst>
        </pc:spChg>
        <pc:spChg chg="mod ord topLvl">
          <ac:chgData name="Benjamín de Jesús Cueva Niño de Guzmán" userId="56da303013910523" providerId="LiveId" clId="{532B7A48-8887-4F62-9537-0BA1FAE83637}" dt="2026-03-05T18:27:55.616" v="111" actId="1035"/>
          <ac:spMkLst>
            <pc:docMk/>
            <pc:sldMk cId="2410626708" sldId="277"/>
            <ac:spMk id="19" creationId="{991C4A27-894B-7257-8062-6F839343BAAD}"/>
          </ac:spMkLst>
        </pc:spChg>
        <pc:spChg chg="ord">
          <ac:chgData name="Benjamín de Jesús Cueva Niño de Guzmán" userId="56da303013910523" providerId="LiveId" clId="{532B7A48-8887-4F62-9537-0BA1FAE83637}" dt="2026-03-03T01:54:43.916" v="100" actId="167"/>
          <ac:spMkLst>
            <pc:docMk/>
            <pc:sldMk cId="2410626708" sldId="277"/>
            <ac:spMk id="22" creationId="{D6CB106F-7EC0-002A-CEBE-0064B169D038}"/>
          </ac:spMkLst>
        </pc:spChg>
        <pc:spChg chg="ord">
          <ac:chgData name="Benjamín de Jesús Cueva Niño de Guzmán" userId="56da303013910523" providerId="LiveId" clId="{532B7A48-8887-4F62-9537-0BA1FAE83637}" dt="2026-03-03T01:54:43.916" v="100" actId="167"/>
          <ac:spMkLst>
            <pc:docMk/>
            <pc:sldMk cId="2410626708" sldId="277"/>
            <ac:spMk id="23" creationId="{D962536F-CB9F-1938-8F28-5D8C8FE943C7}"/>
          </ac:spMkLst>
        </pc:spChg>
        <pc:picChg chg="ord">
          <ac:chgData name="Benjamín de Jesús Cueva Niño de Guzmán" userId="56da303013910523" providerId="LiveId" clId="{532B7A48-8887-4F62-9537-0BA1FAE83637}" dt="2026-03-03T01:54:31.910" v="99" actId="167"/>
          <ac:picMkLst>
            <pc:docMk/>
            <pc:sldMk cId="2410626708" sldId="277"/>
            <ac:picMk id="8" creationId="{9F25441A-93BD-74CB-56AE-2B019756F5A7}"/>
          </ac:picMkLst>
        </pc:picChg>
      </pc:sldChg>
      <pc:sldChg chg="addSp delSp modSp mod">
        <pc:chgData name="Benjamín de Jesús Cueva Niño de Guzmán" userId="56da303013910523" providerId="LiveId" clId="{532B7A48-8887-4F62-9537-0BA1FAE83637}" dt="2026-03-05T19:00:39.869" v="115"/>
        <pc:sldMkLst>
          <pc:docMk/>
          <pc:sldMk cId="4084903007" sldId="278"/>
        </pc:sldMkLst>
        <pc:spChg chg="add mod">
          <ac:chgData name="Benjamín de Jesús Cueva Niño de Guzmán" userId="56da303013910523" providerId="LiveId" clId="{532B7A48-8887-4F62-9537-0BA1FAE83637}" dt="2026-03-05T19:00:33.388" v="114"/>
          <ac:spMkLst>
            <pc:docMk/>
            <pc:sldMk cId="4084903007" sldId="278"/>
            <ac:spMk id="8" creationId="{1BD7C6F0-73B6-617B-0B21-594BAED95EBF}"/>
          </ac:spMkLst>
        </pc:spChg>
        <pc:spChg chg="add mod">
          <ac:chgData name="Benjamín de Jesús Cueva Niño de Guzmán" userId="56da303013910523" providerId="LiveId" clId="{532B7A48-8887-4F62-9537-0BA1FAE83637}" dt="2026-03-05T19:00:39.869" v="115"/>
          <ac:spMkLst>
            <pc:docMk/>
            <pc:sldMk cId="4084903007" sldId="278"/>
            <ac:spMk id="9" creationId="{C20AC980-C716-2F9A-06C1-9B86085426E8}"/>
          </ac:spMkLst>
        </pc:spChg>
        <pc:spChg chg="mod">
          <ac:chgData name="Benjamín de Jesús Cueva Niño de Guzmán" userId="56da303013910523" providerId="LiveId" clId="{532B7A48-8887-4F62-9537-0BA1FAE83637}" dt="2026-03-02T03:09:00.477" v="74" actId="962"/>
          <ac:spMkLst>
            <pc:docMk/>
            <pc:sldMk cId="4084903007" sldId="278"/>
            <ac:spMk id="11" creationId="{6A9C3E86-51AE-E415-AE46-871F1395CD67}"/>
          </ac:spMkLst>
        </pc:spChg>
        <pc:spChg chg="del">
          <ac:chgData name="Benjamín de Jesús Cueva Niño de Guzmán" userId="56da303013910523" providerId="LiveId" clId="{532B7A48-8887-4F62-9537-0BA1FAE83637}" dt="2026-03-05T19:00:32.292" v="112" actId="478"/>
          <ac:spMkLst>
            <pc:docMk/>
            <pc:sldMk cId="4084903007" sldId="278"/>
            <ac:spMk id="25" creationId="{1BD7C6F0-73B6-617B-0B21-594BAED95EBF}"/>
          </ac:spMkLst>
        </pc:spChg>
        <pc:graphicFrameChg chg="mod modGraphic">
          <ac:chgData name="Benjamín de Jesús Cueva Niño de Guzmán" userId="56da303013910523" providerId="LiveId" clId="{532B7A48-8887-4F62-9537-0BA1FAE83637}" dt="2026-03-02T03:09:18.900" v="91" actId="12788"/>
          <ac:graphicFrameMkLst>
            <pc:docMk/>
            <pc:sldMk cId="4084903007" sldId="278"/>
            <ac:graphicFrameMk id="27" creationId="{E2902199-03EA-D12C-1A17-39EA239AECB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F25441A-93BD-74CB-56AE-2B019756F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07738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5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44162"/>
            <a:ext cx="55462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000" dirty="0">
                <a:latin typeface="Algerian" panose="04020705040A02060702" pitchFamily="82" charset="0"/>
              </a:rPr>
              <a:t>ESPECIALIZACIÓN</a:t>
            </a:r>
            <a:endParaRPr lang="es-PE" sz="28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08769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419400" y="3697101"/>
            <a:ext cx="6019200" cy="310854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ESPECIALIZACIÓN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la presente Especialización otorgándole los privilegios y consideraciones que le corresponden.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                                      {{CIUDAD}},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120D39B-BBF4-6A1E-0604-2118B7469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190620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dirty="0"/>
                        <a:t>{{FOLIO_NUMERO}}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H_TEMA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ESPECIALIZACIÓN: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7" name="PH_TABLA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6029"/>
              </p:ext>
            </p:extLst>
          </p:nvPr>
        </p:nvGraphicFramePr>
        <p:xfrm>
          <a:off x="675000" y="2921299"/>
          <a:ext cx="5508000" cy="47100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7532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748790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71678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{{MODULO_4}}</a:t>
                      </a:r>
                      <a:endParaRPr lang="es-ES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78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68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77155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A00ABDB8-C524-6007-A684-013D748CA6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287A8A9-A20E-2BDC-43E7-235D4D493C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20AC980-C716-2F9A-06C1-9B86085426E8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3F116F-096E-F9FA-282C-D9CF0478B8EE}"/>
              </a:ext>
            </a:extLst>
          </p:cNvPr>
          <p:cNvSpPr txBox="1"/>
          <p:nvPr/>
        </p:nvSpPr>
        <p:spPr>
          <a:xfrm>
            <a:off x="3223371" y="794475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64166</TotalTime>
  <Words>354</Words>
  <Application>Microsoft Office PowerPoint</Application>
  <PresentationFormat>A4 (210 x 297 mm)</PresentationFormat>
  <Paragraphs>66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1154</cp:revision>
  <cp:lastPrinted>2026-01-13T23:09:00Z</cp:lastPrinted>
  <dcterms:created xsi:type="dcterms:W3CDTF">2018-11-06T14:43:46Z</dcterms:created>
  <dcterms:modified xsi:type="dcterms:W3CDTF">2026-06-08T04:25:26Z</dcterms:modified>
</cp:coreProperties>
</file>