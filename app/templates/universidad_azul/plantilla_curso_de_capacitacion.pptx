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92" r:id="rId2"/>
    <p:sldId id="393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96E96-D0B5-473D-BAE0-FA74C169C4D2}" v="4" dt="2026-03-04T23:12:21.1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364" autoAdjust="0"/>
  </p:normalViewPr>
  <p:slideViewPr>
    <p:cSldViewPr snapToGrid="0">
      <p:cViewPr>
        <p:scale>
          <a:sx n="200" d="100"/>
          <a:sy n="200" d="100"/>
        </p:scale>
        <p:origin x="426" y="-6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30:20.621" v="94" actId="1278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0:20.621" v="94" actId="12788"/>
        <pc:sldMkLst>
          <pc:docMk/>
          <pc:sldMk cId="1975654795" sldId="392"/>
        </pc:sldMkLst>
        <pc:spChg chg="mod">
          <ac:chgData name="Benjamín de Jesús Cueva Niño de Guzmán" userId="56da303013910523" providerId="LiveId" clId="{532B7A48-8887-4F62-9537-0BA1FAE83637}" dt="2026-03-02T01:27:28.291" v="17" actId="1035"/>
          <ac:spMkLst>
            <pc:docMk/>
            <pc:sldMk cId="1975654795" sldId="392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2T01:27:23.355" v="15" actId="1035"/>
          <ac:spMkLst>
            <pc:docMk/>
            <pc:sldMk cId="1975654795" sldId="392"/>
            <ac:spMk id="3" creationId="{8DC1C730-CF27-EE49-4929-25151E2F6190}"/>
          </ac:spMkLst>
        </pc:spChg>
        <pc:spChg chg="del mod">
          <ac:chgData name="Benjamín de Jesús Cueva Niño de Guzmán" userId="56da303013910523" providerId="LiveId" clId="{532B7A48-8887-4F62-9537-0BA1FAE83637}" dt="2026-03-04T23:12:18.645" v="83" actId="478"/>
          <ac:spMkLst>
            <pc:docMk/>
            <pc:sldMk cId="1975654795" sldId="392"/>
            <ac:spMk id="7" creationId="{6181BA67-E1F2-0033-0081-C78685C4EFFB}"/>
          </ac:spMkLst>
        </pc:spChg>
        <pc:spChg chg="add mod">
          <ac:chgData name="Benjamín de Jesús Cueva Niño de Guzmán" userId="56da303013910523" providerId="LiveId" clId="{532B7A48-8887-4F62-9537-0BA1FAE83637}" dt="2026-03-04T23:12:21.100" v="84"/>
          <ac:spMkLst>
            <pc:docMk/>
            <pc:sldMk cId="1975654795" sldId="392"/>
            <ac:spMk id="9" creationId="{1100EC29-3920-A780-C6AE-62D0ABEA9BA5}"/>
          </ac:spMkLst>
        </pc:spChg>
        <pc:spChg chg="mod">
          <ac:chgData name="Benjamín de Jesús Cueva Niño de Guzmán" userId="56da303013910523" providerId="LiveId" clId="{532B7A48-8887-4F62-9537-0BA1FAE83637}" dt="2026-03-05T18:30:20.621" v="94" actId="12788"/>
          <ac:spMkLst>
            <pc:docMk/>
            <pc:sldMk cId="1975654795" sldId="392"/>
            <ac:spMk id="19" creationId="{C0D9FAA0-08E8-BE91-7635-49B14F81758C}"/>
          </ac:spMkLst>
        </pc:spChg>
        <pc:picChg chg="del mod">
          <ac:chgData name="Benjamín de Jesús Cueva Niño de Guzmán" userId="56da303013910523" providerId="LiveId" clId="{532B7A48-8887-4F62-9537-0BA1FAE83637}" dt="2026-03-04T23:12:18.645" v="83" actId="478"/>
          <ac:picMkLst>
            <pc:docMk/>
            <pc:sldMk cId="1975654795" sldId="392"/>
            <ac:picMk id="4" creationId="{8AFE8DB8-BB3D-9C4F-317A-D420ABEEF7CD}"/>
          </ac:picMkLst>
        </pc:picChg>
        <pc:picChg chg="add mod">
          <ac:chgData name="Benjamín de Jesús Cueva Niño de Guzmán" userId="56da303013910523" providerId="LiveId" clId="{532B7A48-8887-4F62-9537-0BA1FAE83637}" dt="2026-03-04T23:12:21.100" v="84"/>
          <ac:picMkLst>
            <pc:docMk/>
            <pc:sldMk cId="1975654795" sldId="392"/>
            <ac:picMk id="11" creationId="{907F4036-8FB6-89B3-C93E-66B43600172C}"/>
          </ac:picMkLst>
        </pc:picChg>
      </pc:sldChg>
      <pc:sldChg chg="modSp mod">
        <pc:chgData name="Benjamín de Jesús Cueva Niño de Guzmán" userId="56da303013910523" providerId="LiveId" clId="{532B7A48-8887-4F62-9537-0BA1FAE83637}" dt="2026-03-02T01:28:38.303" v="33" actId="962"/>
        <pc:sldMkLst>
          <pc:docMk/>
          <pc:sldMk cId="2298071669" sldId="393"/>
        </pc:sldMkLst>
        <pc:spChg chg="mod">
          <ac:chgData name="Benjamín de Jesús Cueva Niño de Guzmán" userId="56da303013910523" providerId="LiveId" clId="{532B7A48-8887-4F62-9537-0BA1FAE83637}" dt="2026-03-02T01:28:38.303" v="33" actId="962"/>
          <ac:spMkLst>
            <pc:docMk/>
            <pc:sldMk cId="2298071669" sldId="393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3-02T01:28:31.315" v="32" actId="962"/>
          <ac:graphicFrameMkLst>
            <pc:docMk/>
            <pc:sldMk cId="2298071669" sldId="393"/>
            <ac:graphicFrameMk id="14" creationId="{727B0309-C2F5-4DEB-3AF8-D7FD142D7B9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80136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Certificado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34031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/>
          <p:nvPr/>
        </p:nvSpPr>
        <p:spPr>
          <a:xfrm>
            <a:off x="419400" y="3394808"/>
            <a:ext cx="6019200" cy="20621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CAPACITACIÓN 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</a:t>
            </a:r>
            <a:r>
              <a:rPr lang="es-ES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para que se le reconozca como tal.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BAC0BA-6DEF-E8B2-0599-9DAE3B94E3B4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1C3BA31-A8C9-BB41-350C-E7EC399DFB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100EC29-3920-A780-C6AE-62D0ABEA9BA5}"/>
              </a:ext>
            </a:extLst>
          </p:cNvPr>
          <p:cNvSpPr/>
          <p:nvPr/>
        </p:nvSpPr>
        <p:spPr>
          <a:xfrm>
            <a:off x="3339591" y="7789439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07F4036-8FB6-89B3-C93E-66B43600172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58535"/>
            <a:ext cx="830904" cy="8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 DE CAPACITACIÓN: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93108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606494"/>
              </p:ext>
            </p:extLst>
          </p:nvPr>
        </p:nvGraphicFramePr>
        <p:xfrm>
          <a:off x="619904" y="8314295"/>
          <a:ext cx="2286000" cy="122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</a:t>
                      </a:r>
                      <a:r>
                        <a:rPr lang="es-ES" sz="800" b="1"/>
                        <a:t>2022 –</a:t>
                      </a:r>
                      <a:r>
                        <a:rPr lang="es-ES" sz="800" b="1" baseline="0"/>
                        <a:t> {{INICIALES}}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54FFC44-50D1-4C34-6FF5-0A18D4F18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094215"/>
              </p:ext>
            </p:extLst>
          </p:nvPr>
        </p:nvGraphicFramePr>
        <p:xfrm>
          <a:off x="745017" y="3127568"/>
          <a:ext cx="5367967" cy="3941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993AFA94-67DC-5C12-D9DB-D1F54A8043A0}"/>
              </a:ext>
            </a:extLst>
          </p:cNvPr>
          <p:cNvSpPr txBox="1"/>
          <p:nvPr/>
        </p:nvSpPr>
        <p:spPr>
          <a:xfrm>
            <a:off x="2165696" y="8339798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229807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86334</TotalTime>
  <Words>278</Words>
  <Application>Microsoft Office PowerPoint</Application>
  <PresentationFormat>A4 (210 x 297 mm)</PresentationFormat>
  <Paragraphs>53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1223</cp:revision>
  <cp:lastPrinted>2026-01-08T17:39:28Z</cp:lastPrinted>
  <dcterms:created xsi:type="dcterms:W3CDTF">2018-11-06T14:43:46Z</dcterms:created>
  <dcterms:modified xsi:type="dcterms:W3CDTF">2026-06-08T01:54:17Z</dcterms:modified>
</cp:coreProperties>
</file>