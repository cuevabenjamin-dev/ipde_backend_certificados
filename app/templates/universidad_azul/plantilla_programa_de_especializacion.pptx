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90" r:id="rId2"/>
    <p:sldId id="291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D9C94-355C-4CB0-BA32-5215F3FB7B8B}" v="3" dt="2026-02-27T23:42:41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>
        <p:scale>
          <a:sx n="200" d="100"/>
          <a:sy n="200" d="100"/>
        </p:scale>
        <p:origin x="426" y="-5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29:41.874" v="126" actId="1035"/>
      <pc:docMkLst>
        <pc:docMk/>
      </pc:docMkLst>
      <pc:sldChg chg="modSp mod">
        <pc:chgData name="Benjamín de Jesús Cueva Niño de Guzmán" userId="56da303013910523" providerId="LiveId" clId="{532B7A48-8887-4F62-9537-0BA1FAE83637}" dt="2026-03-05T18:29:41.874" v="126" actId="1035"/>
        <pc:sldMkLst>
          <pc:docMk/>
          <pc:sldMk cId="52070105" sldId="290"/>
        </pc:sldMkLst>
        <pc:spChg chg="mod">
          <ac:chgData name="Benjamín de Jesús Cueva Niño de Guzmán" userId="56da303013910523" providerId="LiveId" clId="{532B7A48-8887-4F62-9537-0BA1FAE83637}" dt="2026-02-27T23:58:37.216" v="117" actId="1035"/>
          <ac:spMkLst>
            <pc:docMk/>
            <pc:sldMk cId="52070105" sldId="290"/>
            <ac:spMk id="2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4T23:09:55.249" v="121" actId="1036"/>
          <ac:spMkLst>
            <pc:docMk/>
            <pc:sldMk cId="52070105" sldId="290"/>
            <ac:spMk id="3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5T18:29:41.874" v="126" actId="1035"/>
          <ac:spMkLst>
            <pc:docMk/>
            <pc:sldMk cId="52070105" sldId="290"/>
            <ac:spMk id="19" creationId="{00000000-0000-0000-0000-000000000000}"/>
          </ac:spMkLst>
        </pc:spChg>
      </pc:sldChg>
      <pc:sldChg chg="modSp mod">
        <pc:chgData name="Benjamín de Jesús Cueva Niño de Guzmán" userId="56da303013910523" providerId="LiveId" clId="{532B7A48-8887-4F62-9537-0BA1FAE83637}" dt="2026-02-27T23:40:52.276" v="107" actId="962"/>
        <pc:sldMkLst>
          <pc:docMk/>
          <pc:sldMk cId="3083265798" sldId="291"/>
        </pc:sldMkLst>
        <pc:spChg chg="mod">
          <ac:chgData name="Benjamín de Jesús Cueva Niño de Guzmán" userId="56da303013910523" providerId="LiveId" clId="{532B7A48-8887-4F62-9537-0BA1FAE83637}" dt="2026-02-27T23:40:52.276" v="107" actId="962"/>
          <ac:spMkLst>
            <pc:docMk/>
            <pc:sldMk cId="3083265798" sldId="291"/>
            <ac:spMk id="18" creationId="{00000000-0000-0000-0000-000000000000}"/>
          </ac:spMkLst>
        </pc:spChg>
        <pc:graphicFrameChg chg="mod modGraphic">
          <ac:chgData name="Benjamín de Jesús Cueva Niño de Guzmán" userId="56da303013910523" providerId="LiveId" clId="{532B7A48-8887-4F62-9537-0BA1FAE83637}" dt="2026-02-27T23:40:43.973" v="106" actId="962"/>
          <ac:graphicFrameMkLst>
            <pc:docMk/>
            <pc:sldMk cId="3083265798" sldId="291"/>
            <ac:graphicFrameMk id="2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ifo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619904" y="2645558"/>
            <a:ext cx="5273976" cy="3936266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>
            <a:fillRect/>
          </a:stretch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474329" y="2466013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b="1" dirty="0">
                <a:latin typeface="Arial" pitchFamily="34" charset="0"/>
                <a:cs typeface="Arial" pitchFamily="34" charset="0"/>
              </a:rPr>
              <a:t>UNIVERSIDAD NACIONAL DE TRUJILLO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itchFamily="34" charset="0"/>
                <a:cs typeface="Arial" pitchFamily="34" charset="0"/>
              </a:rPr>
              <a:t>Unidad de Posgrado – Ciencias Sociales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MX" sz="1050" b="1" dirty="0">
                <a:latin typeface="Arial" pitchFamily="34" charset="0"/>
                <a:cs typeface="Arial" pitchFamily="34" charset="0"/>
              </a:rPr>
              <a:t>RESOLUCIÓN N°0001-A-2022 - DUPG/CC.SS.</a:t>
            </a:r>
            <a:endParaRPr lang="es-PE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626880" y="8986732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UNID. POSGRADO CC.SS.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619580" y="1520598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Especialización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809279" y="2261102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</p:txBody>
      </p:sp>
      <p:sp>
        <p:nvSpPr>
          <p:cNvPr id="19" name="PH_CONTENIDO_PRINCIPAL"/>
          <p:cNvSpPr/>
          <p:nvPr/>
        </p:nvSpPr>
        <p:spPr>
          <a:xfrm>
            <a:off x="419400" y="3365091"/>
            <a:ext cx="6019200" cy="173893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ESPECIALIZACIÓN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N°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la presente Especialización para que se le reconozca como tal.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339591" y="7789439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58535"/>
            <a:ext cx="830904" cy="830904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5BB1BF5-8662-0033-FAA8-B89970F482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>
            <a:fillRect/>
          </a:stretch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14" name="Grifo"/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619904" y="2645558"/>
            <a:ext cx="5273976" cy="3936266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b="1" dirty="0">
                <a:latin typeface="Arial" pitchFamily="34" charset="0"/>
                <a:cs typeface="Arial" pitchFamily="34" charset="0"/>
              </a:rPr>
              <a:t>UNIVERSIDAD NACIONAL DE TRUJILLO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itchFamily="34" charset="0"/>
                <a:cs typeface="Arial" pitchFamily="34" charset="0"/>
              </a:rPr>
              <a:t>Unidad de Posgrado – Ciencias Sociales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MX" sz="1050" b="1" dirty="0">
                <a:latin typeface="Arial" pitchFamily="34" charset="0"/>
                <a:cs typeface="Arial" pitchFamily="34" charset="0"/>
              </a:rPr>
              <a:t>RESOLUCIÓN N°0001-A-2022 - DUPG/CC.SS.</a:t>
            </a:r>
            <a:endParaRPr lang="es-PE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>
            <a:fillRect/>
          </a:stretch>
        </p:blipFill>
        <p:spPr>
          <a:xfrm>
            <a:off x="1785990" y="302475"/>
            <a:ext cx="3271785" cy="1037653"/>
          </a:xfrm>
          <a:prstGeom prst="rect">
            <a:avLst/>
          </a:prstGeom>
        </p:spPr>
      </p:pic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727627"/>
              </p:ext>
            </p:extLst>
          </p:nvPr>
        </p:nvGraphicFramePr>
        <p:xfrm>
          <a:off x="619904" y="8314295"/>
          <a:ext cx="2286000" cy="122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</a:t>
                      </a:r>
                      <a:r>
                        <a:rPr lang="es-ES" sz="800" b="1"/>
                        <a:t>2022 –</a:t>
                      </a:r>
                      <a:r>
                        <a:rPr lang="es-ES" sz="800" b="1" baseline="0"/>
                        <a:t> {{INICIALES}}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6" name="Imagen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sp>
        <p:nvSpPr>
          <p:cNvPr id="18" name="PH_TEMA"/>
          <p:cNvSpPr txBox="1"/>
          <p:nvPr/>
        </p:nvSpPr>
        <p:spPr>
          <a:xfrm>
            <a:off x="625786" y="2311617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>
                <a:latin typeface="Arial" pitchFamily="34" charset="0"/>
                <a:cs typeface="Arial" pitchFamily="34" charset="0"/>
              </a:rPr>
              <a:t>ESPECIALIZACIÓN</a:t>
            </a:r>
            <a:r>
              <a:rPr lang="es-ES" sz="14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s-PE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4709F5-46FC-6829-C5AD-D71DB8A7509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24" name="PH_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901934"/>
              </p:ext>
            </p:extLst>
          </p:nvPr>
        </p:nvGraphicFramePr>
        <p:xfrm>
          <a:off x="657000" y="3103973"/>
          <a:ext cx="5544000" cy="47100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97254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76675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79990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{{MODULO_4}}</a:t>
                      </a:r>
                      <a:endParaRPr lang="es-ES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{{MODULO_5}}</a:t>
                      </a:r>
                      <a:endParaRPr lang="es-ES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{{MODULO_6}}</a:t>
                      </a:r>
                      <a:endParaRPr lang="es-ES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523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26362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471729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BDB58BA5-2B9D-5317-D8F9-1237E22BD396}"/>
              </a:ext>
            </a:extLst>
          </p:cNvPr>
          <p:cNvSpPr txBox="1"/>
          <p:nvPr/>
        </p:nvSpPr>
        <p:spPr>
          <a:xfrm>
            <a:off x="2165696" y="8339798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3083265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86323</TotalTime>
  <Words>309</Words>
  <Application>Microsoft Office PowerPoint</Application>
  <PresentationFormat>A4 (210 x 297 mm)</PresentationFormat>
  <Paragraphs>61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1221</cp:revision>
  <cp:lastPrinted>2026-01-08T17:39:28Z</cp:lastPrinted>
  <dcterms:created xsi:type="dcterms:W3CDTF">2018-11-06T14:43:46Z</dcterms:created>
  <dcterms:modified xsi:type="dcterms:W3CDTF">2026-06-08T01:54:39Z</dcterms:modified>
</cp:coreProperties>
</file>