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1" r:id="rId2"/>
    <p:sldId id="272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50A64-F2EE-41C9-82F9-A5599628D266}" v="18" dt="2026-03-04T23:10:30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364" autoAdjust="0"/>
  </p:normalViewPr>
  <p:slideViewPr>
    <p:cSldViewPr snapToGrid="0">
      <p:cViewPr>
        <p:scale>
          <a:sx n="150" d="100"/>
          <a:sy n="150" d="100"/>
        </p:scale>
        <p:origin x="1506" y="-3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8:30:06.025" v="224" actId="12788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0:06.025" v="224" actId="12788"/>
        <pc:sldMkLst>
          <pc:docMk/>
          <pc:sldMk cId="1330590418" sldId="271"/>
        </pc:sldMkLst>
        <pc:spChg chg="mod">
          <ac:chgData name="Benjamín de Jesús Cueva Niño de Guzmán" userId="56da303013910523" providerId="LiveId" clId="{532B7A48-8887-4F62-9537-0BA1FAE83637}" dt="2026-03-04T23:08:56.562" v="210" actId="1035"/>
          <ac:spMkLst>
            <pc:docMk/>
            <pc:sldMk cId="1330590418" sldId="271"/>
            <ac:spMk id="2" creationId="{8999ECBF-332A-795D-7E69-2FB7C2F9E294}"/>
          </ac:spMkLst>
        </pc:spChg>
        <pc:spChg chg="mod">
          <ac:chgData name="Benjamín de Jesús Cueva Niño de Guzmán" userId="56da303013910523" providerId="LiveId" clId="{532B7A48-8887-4F62-9537-0BA1FAE83637}" dt="2026-03-04T23:08:54.706" v="208" actId="1035"/>
          <ac:spMkLst>
            <pc:docMk/>
            <pc:sldMk cId="1330590418" sldId="271"/>
            <ac:spMk id="3" creationId="{8DC1C730-CF27-EE49-4929-25151E2F6190}"/>
          </ac:spMkLst>
        </pc:spChg>
        <pc:spChg chg="add mod">
          <ac:chgData name="Benjamín de Jesús Cueva Niño de Guzmán" userId="56da303013910523" providerId="LiveId" clId="{532B7A48-8887-4F62-9537-0BA1FAE83637}" dt="2026-03-04T23:10:30.017" v="221"/>
          <ac:spMkLst>
            <pc:docMk/>
            <pc:sldMk cId="1330590418" sldId="271"/>
            <ac:spMk id="5" creationId="{AFB6F93C-9F22-8EA7-7179-A5F6B3080552}"/>
          </ac:spMkLst>
        </pc:spChg>
        <pc:spChg chg="del mod">
          <ac:chgData name="Benjamín de Jesús Cueva Niño de Guzmán" userId="56da303013910523" providerId="LiveId" clId="{532B7A48-8887-4F62-9537-0BA1FAE83637}" dt="2026-03-04T23:10:27.344" v="220" actId="478"/>
          <ac:spMkLst>
            <pc:docMk/>
            <pc:sldMk cId="1330590418" sldId="271"/>
            <ac:spMk id="15" creationId="{6181BA67-E1F2-0033-0081-C78685C4EFFB}"/>
          </ac:spMkLst>
        </pc:spChg>
        <pc:spChg chg="mod">
          <ac:chgData name="Benjamín de Jesús Cueva Niño de Guzmán" userId="56da303013910523" providerId="LiveId" clId="{532B7A48-8887-4F62-9537-0BA1FAE83637}" dt="2026-03-05T18:30:06.025" v="224" actId="12788"/>
          <ac:spMkLst>
            <pc:docMk/>
            <pc:sldMk cId="1330590418" sldId="271"/>
            <ac:spMk id="19" creationId="{C0D9FAA0-08E8-BE91-7635-49B14F81758C}"/>
          </ac:spMkLst>
        </pc:spChg>
        <pc:picChg chg="mod">
          <ac:chgData name="Benjamín de Jesús Cueva Niño de Guzmán" userId="56da303013910523" providerId="LiveId" clId="{532B7A48-8887-4F62-9537-0BA1FAE83637}" dt="2026-02-27T19:54:21.101" v="1"/>
          <ac:picMkLst>
            <pc:docMk/>
            <pc:sldMk cId="1330590418" sldId="271"/>
            <ac:picMk id="4" creationId="{60DE8CCB-49A1-55D7-C9BB-F7CB1F5B3594}"/>
          </ac:picMkLst>
        </pc:picChg>
        <pc:picChg chg="add mod">
          <ac:chgData name="Benjamín de Jesús Cueva Niño de Guzmán" userId="56da303013910523" providerId="LiveId" clId="{532B7A48-8887-4F62-9537-0BA1FAE83637}" dt="2026-03-04T23:10:30.017" v="221"/>
          <ac:picMkLst>
            <pc:docMk/>
            <pc:sldMk cId="1330590418" sldId="271"/>
            <ac:picMk id="7" creationId="{74C6FC0B-5FDE-2C97-66FC-E9A609429D1C}"/>
          </ac:picMkLst>
        </pc:picChg>
        <pc:picChg chg="mod">
          <ac:chgData name="Benjamín de Jesús Cueva Niño de Guzmán" userId="56da303013910523" providerId="LiveId" clId="{532B7A48-8887-4F62-9537-0BA1FAE83637}" dt="2026-02-27T19:56:28.438" v="17" actId="12788"/>
          <ac:picMkLst>
            <pc:docMk/>
            <pc:sldMk cId="1330590418" sldId="271"/>
            <ac:picMk id="8" creationId="{6A27773A-14F1-8F70-059F-80FE08044C7F}"/>
          </ac:picMkLst>
        </pc:picChg>
        <pc:picChg chg="del mod">
          <ac:chgData name="Benjamín de Jesús Cueva Niño de Guzmán" userId="56da303013910523" providerId="LiveId" clId="{532B7A48-8887-4F62-9537-0BA1FAE83637}" dt="2026-03-04T23:10:27.344" v="220" actId="478"/>
          <ac:picMkLst>
            <pc:docMk/>
            <pc:sldMk cId="1330590418" sldId="271"/>
            <ac:picMk id="16" creationId="{8AFE8DB8-BB3D-9C4F-317A-D420ABEEF7CD}"/>
          </ac:picMkLst>
        </pc:picChg>
      </pc:sldChg>
      <pc:sldChg chg="modSp mod">
        <pc:chgData name="Benjamín de Jesús Cueva Niño de Guzmán" userId="56da303013910523" providerId="LiveId" clId="{532B7A48-8887-4F62-9537-0BA1FAE83637}" dt="2026-02-27T22:28:00.143" v="200" actId="255"/>
        <pc:sldMkLst>
          <pc:docMk/>
          <pc:sldMk cId="186929205" sldId="272"/>
        </pc:sldMkLst>
        <pc:spChg chg="mod">
          <ac:chgData name="Benjamín de Jesús Cueva Niño de Guzmán" userId="56da303013910523" providerId="LiveId" clId="{532B7A48-8887-4F62-9537-0BA1FAE83637}" dt="2026-02-27T22:18:15.006" v="198" actId="962"/>
          <ac:spMkLst>
            <pc:docMk/>
            <pc:sldMk cId="186929205" sldId="272"/>
            <ac:spMk id="10" creationId="{D44B2567-D1AD-5922-21FA-C8B8BF799204}"/>
          </ac:spMkLst>
        </pc:spChg>
        <pc:graphicFrameChg chg="mod modGraphic">
          <ac:chgData name="Benjamín de Jesús Cueva Niño de Guzmán" userId="56da303013910523" providerId="LiveId" clId="{532B7A48-8887-4F62-9537-0BA1FAE83637}" dt="2026-02-27T22:28:00.143" v="200" actId="255"/>
          <ac:graphicFrameMkLst>
            <pc:docMk/>
            <pc:sldMk cId="186929205" sldId="272"/>
            <ac:graphicFrameMk id="14" creationId="{727B0309-C2F5-4DEB-3AF8-D7FD142D7B92}"/>
          </ac:graphicFrameMkLst>
        </pc:graphicFrameChg>
        <pc:picChg chg="mod">
          <ac:chgData name="Benjamín de Jesús Cueva Niño de Guzmán" userId="56da303013910523" providerId="LiveId" clId="{532B7A48-8887-4F62-9537-0BA1FAE83637}" dt="2026-02-27T19:56:39.075" v="18" actId="12788"/>
          <ac:picMkLst>
            <pc:docMk/>
            <pc:sldMk cId="186929205" sldId="272"/>
            <ac:picMk id="18" creationId="{A31EE33C-C2BD-2E42-1AD7-EE358415BDE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6F97-8AA4-C048-5AB0-A9886473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fo">
            <a:extLst>
              <a:ext uri="{FF2B5EF4-FFF2-40B4-BE49-F238E27FC236}">
                <a16:creationId xmlns:a16="http://schemas.microsoft.com/office/drawing/2014/main" id="{6A27773A-14F1-8F70-059F-80FE08044C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0B36F8-C849-4FDA-A3AC-A712441709C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2" name="PH_NOMBRES_APELLIDOS">
            <a:extLst>
              <a:ext uri="{FF2B5EF4-FFF2-40B4-BE49-F238E27FC236}">
                <a16:creationId xmlns:a16="http://schemas.microsoft.com/office/drawing/2014/main" id="{8999ECBF-332A-795D-7E69-2FB7C2F9E294}"/>
              </a:ext>
            </a:extLst>
          </p:cNvPr>
          <p:cNvSpPr txBox="1"/>
          <p:nvPr/>
        </p:nvSpPr>
        <p:spPr>
          <a:xfrm>
            <a:off x="474329" y="2493583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E9B8C3-E8C8-CFDB-DD4B-6C745A9CEF76}"/>
              </a:ext>
            </a:extLst>
          </p:cNvPr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29CC2A-6DFD-9888-91EA-DDF1E3ED25AC}"/>
              </a:ext>
            </a:extLst>
          </p:cNvPr>
          <p:cNvSpPr txBox="1"/>
          <p:nvPr/>
        </p:nvSpPr>
        <p:spPr>
          <a:xfrm>
            <a:off x="1656523" y="9000179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UNID. POSGRADO CC.SS.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DAD84E-7B59-F666-90BC-8B34ECD78EBC}"/>
              </a:ext>
            </a:extLst>
          </p:cNvPr>
          <p:cNvSpPr/>
          <p:nvPr/>
        </p:nvSpPr>
        <p:spPr>
          <a:xfrm>
            <a:off x="619580" y="1545257"/>
            <a:ext cx="5618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Diplomado</a:t>
            </a:r>
          </a:p>
        </p:txBody>
      </p:sp>
      <p:sp>
        <p:nvSpPr>
          <p:cNvPr id="3" name="PH_CONDEDIDO_A">
            <a:extLst>
              <a:ext uri="{FF2B5EF4-FFF2-40B4-BE49-F238E27FC236}">
                <a16:creationId xmlns:a16="http://schemas.microsoft.com/office/drawing/2014/main" id="{8DC1C730-CF27-EE49-4929-25151E2F6190}"/>
              </a:ext>
            </a:extLst>
          </p:cNvPr>
          <p:cNvSpPr/>
          <p:nvPr/>
        </p:nvSpPr>
        <p:spPr>
          <a:xfrm>
            <a:off x="2809279" y="2247478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C0D9FAA0-08E8-BE91-7635-49B14F81758C}"/>
              </a:ext>
            </a:extLst>
          </p:cNvPr>
          <p:cNvSpPr>
            <a:spLocks/>
          </p:cNvSpPr>
          <p:nvPr/>
        </p:nvSpPr>
        <p:spPr>
          <a:xfrm>
            <a:off x="419400" y="3408922"/>
            <a:ext cx="6019200" cy="1769715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1">
            <a:no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DIPLOMADO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en:</a:t>
            </a:r>
          </a:p>
          <a:p>
            <a:pPr algn="ctr">
              <a:spcBef>
                <a:spcPts val="600"/>
              </a:spcBef>
            </a:pPr>
            <a:r>
              <a:rPr lang="es-PE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30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{{FECHA_INICIO}} 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hasta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N°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Diplomado para que se le reconozca como tal.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08EF6E7-939C-942D-2427-C4AB8AA9C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4" name="Imagen 3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60DE8CCB-49A1-55D7-C9BB-F7CB1F5B35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FB6F93C-9F22-8EA7-7179-A5F6B3080552}"/>
              </a:ext>
            </a:extLst>
          </p:cNvPr>
          <p:cNvSpPr/>
          <p:nvPr/>
        </p:nvSpPr>
        <p:spPr>
          <a:xfrm>
            <a:off x="3339591" y="7789439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</a:t>
            </a:r>
            <a:r>
              <a:rPr lang="es-ES" sz="13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3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4C6FC0B-5FDE-2C97-66FC-E9A609429D1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22" y="6958535"/>
            <a:ext cx="830904" cy="8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9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6C1B-6B19-6A03-3941-FFCD0283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A31EE33C-C2BD-2E42-1AD7-EE358415BD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39FEEC-B130-7A8B-9537-028B123BD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10" name="PH_TEMA">
            <a:extLst>
              <a:ext uri="{FF2B5EF4-FFF2-40B4-BE49-F238E27FC236}">
                <a16:creationId xmlns:a16="http://schemas.microsoft.com/office/drawing/2014/main" id="{D44B2567-D1AD-5922-21FA-C8B8BF799204}"/>
              </a:ext>
            </a:extLst>
          </p:cNvPr>
          <p:cNvSpPr txBox="1"/>
          <p:nvPr/>
        </p:nvSpPr>
        <p:spPr>
          <a:xfrm>
            <a:off x="625786" y="2308000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DIPLOMADO: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s-P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05279B-8A1A-60AD-DBCF-9146CF7AC537}"/>
              </a:ext>
            </a:extLst>
          </p:cNvPr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C1963C1-8115-CE5F-66E0-1879E056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B7924A-01F7-754B-B32C-EB57782BF6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58A5203-4F22-326E-03E9-4FE45DC4F3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/>
        </p:blipFill>
        <p:spPr>
          <a:xfrm>
            <a:off x="1785990" y="302475"/>
            <a:ext cx="3271785" cy="10376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C6BD60-6DC5-02F8-BEE1-065D8B6844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87E72C3-3A1E-3D1C-E56C-523B3565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327202"/>
              </p:ext>
            </p:extLst>
          </p:nvPr>
        </p:nvGraphicFramePr>
        <p:xfrm>
          <a:off x="619904" y="8314295"/>
          <a:ext cx="2286000" cy="1229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</a:t>
                      </a:r>
                      <a:r>
                        <a:rPr lang="es-ES" sz="800" b="1"/>
                        <a:t>2022 –</a:t>
                      </a:r>
                      <a:r>
                        <a:rPr lang="es-ES" sz="800" b="1" baseline="0"/>
                        <a:t> {{INICIALES}}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ES" sz="800" b="1" baseline="0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graphicFrame>
        <p:nvGraphicFramePr>
          <p:cNvPr id="14" name="PH_TABLA">
            <a:extLst>
              <a:ext uri="{FF2B5EF4-FFF2-40B4-BE49-F238E27FC236}">
                <a16:creationId xmlns:a16="http://schemas.microsoft.com/office/drawing/2014/main" id="{727B0309-C2F5-4DEB-3AF8-D7FD142D7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178501"/>
              </p:ext>
            </p:extLst>
          </p:nvPr>
        </p:nvGraphicFramePr>
        <p:xfrm>
          <a:off x="745017" y="3111497"/>
          <a:ext cx="5367967" cy="467952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499802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410588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8183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{{MODULO_3}}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{{MODULO_4}}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{{MODULO_5}}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7979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00" dirty="0"/>
                        <a:t>{{MODULO_6}}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58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{{MODULO_7}}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30620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072851"/>
                  </a:ext>
                </a:extLst>
              </a:tr>
              <a:tr h="335567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18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9DBA52C2-93AA-11C2-3024-1B96B460CDC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8357A5C-81A6-8587-7500-C885DD1CA711}"/>
              </a:ext>
            </a:extLst>
          </p:cNvPr>
          <p:cNvSpPr txBox="1"/>
          <p:nvPr/>
        </p:nvSpPr>
        <p:spPr>
          <a:xfrm>
            <a:off x="2165696" y="8339798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1869292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86342</TotalTime>
  <Words>308</Words>
  <Application>Microsoft Office PowerPoint</Application>
  <PresentationFormat>A4 (210 x 297 mm)</PresentationFormat>
  <Paragraphs>60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1221</cp:revision>
  <cp:lastPrinted>2026-01-08T17:39:28Z</cp:lastPrinted>
  <dcterms:created xsi:type="dcterms:W3CDTF">2018-11-06T14:43:46Z</dcterms:created>
  <dcterms:modified xsi:type="dcterms:W3CDTF">2026-06-08T01:54:29Z</dcterms:modified>
</cp:coreProperties>
</file>