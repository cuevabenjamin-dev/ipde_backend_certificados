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359E42-3EF3-4AF4-A794-31E08135502D}" v="3" dt="2026-03-05T19:07:28.063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9:07:28.063" v="47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21:57.445" v="43" actId="20577"/>
        <pc:sldMkLst>
          <pc:docMk/>
          <pc:sldMk cId="1635965375" sldId="282"/>
        </pc:sldMkLst>
        <pc:spChg chg="add mod">
          <ac:chgData name="Benjamín de Jesús Cueva Niño de Guzmán" userId="56da303013910523" providerId="LiveId" clId="{532B7A48-8887-4F62-9537-0BA1FAE83637}" dt="2026-03-05T18:21:57.445" v="43" actId="20577"/>
          <ac:spMkLst>
            <pc:docMk/>
            <pc:sldMk cId="1635965375" sldId="282"/>
            <ac:spMk id="4" creationId="{4D221194-97A3-DC72-499F-D799D459B54C}"/>
          </ac:spMkLst>
        </pc:spChg>
        <pc:spChg chg="mod">
          <ac:chgData name="Benjamín de Jesús Cueva Niño de Guzmán" userId="56da303013910523" providerId="LiveId" clId="{532B7A48-8887-4F62-9537-0BA1FAE83637}" dt="2026-03-05T18:10:40.812" v="32" actId="1035"/>
          <ac:spMkLst>
            <pc:docMk/>
            <pc:sldMk cId="1635965375" sldId="282"/>
            <ac:spMk id="15" creationId="{159C20CF-4F7D-CABE-6193-1BB5871BA92C}"/>
          </ac:spMkLst>
        </pc:spChg>
        <pc:spChg chg="mod">
          <ac:chgData name="Benjamín de Jesús Cueva Niño de Guzmán" userId="56da303013910523" providerId="LiveId" clId="{532B7A48-8887-4F62-9537-0BA1FAE83637}" dt="2026-03-05T18:10:40.812" v="32" actId="1035"/>
          <ac:spMkLst>
            <pc:docMk/>
            <pc:sldMk cId="1635965375" sldId="282"/>
            <ac:spMk id="16" creationId="{DBBC2EDB-EBF8-6457-ED53-A42DF6002084}"/>
          </ac:spMkLst>
        </pc:spChg>
        <pc:spChg chg="del mod">
          <ac:chgData name="Benjamín de Jesús Cueva Niño de Guzmán" userId="56da303013910523" providerId="LiveId" clId="{532B7A48-8887-4F62-9537-0BA1FAE83637}" dt="2026-03-05T18:10:28.940" v="28" actId="478"/>
          <ac:spMkLst>
            <pc:docMk/>
            <pc:sldMk cId="1635965375" sldId="282"/>
            <ac:spMk id="17" creationId="{D1A67D06-10F2-D0B5-2DE1-F3049EF0F799}"/>
          </ac:spMkLst>
        </pc:spChg>
        <pc:spChg chg="del mod">
          <ac:chgData name="Benjamín de Jesús Cueva Niño de Guzmán" userId="56da303013910523" providerId="LiveId" clId="{532B7A48-8887-4F62-9537-0BA1FAE83637}" dt="2026-03-05T18:10:28.940" v="28" actId="478"/>
          <ac:spMkLst>
            <pc:docMk/>
            <pc:sldMk cId="1635965375" sldId="282"/>
            <ac:spMk id="18" creationId="{C922BB6B-FC6C-B93A-97FB-548A5CAE37FC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7:28.063" v="47"/>
        <pc:sldMkLst>
          <pc:docMk/>
          <pc:sldMk cId="1692717128" sldId="283"/>
        </pc:sldMkLst>
        <pc:spChg chg="add mod">
          <ac:chgData name="Benjamín de Jesús Cueva Niño de Guzmán" userId="56da303013910523" providerId="LiveId" clId="{532B7A48-8887-4F62-9537-0BA1FAE83637}" dt="2026-03-05T19:07:28.063" v="47"/>
          <ac:spMkLst>
            <pc:docMk/>
            <pc:sldMk cId="1692717128" sldId="283"/>
            <ac:spMk id="3" creationId="{30F4087D-AFB9-F358-EE89-78E5D8890726}"/>
          </ac:spMkLst>
        </pc:spChg>
        <pc:spChg chg="del mod">
          <ac:chgData name="Benjamín de Jesús Cueva Niño de Guzmán" userId="56da303013910523" providerId="LiveId" clId="{532B7A48-8887-4F62-9537-0BA1FAE83637}" dt="2026-03-05T18:22:04.740" v="44" actId="478"/>
          <ac:spMkLst>
            <pc:docMk/>
            <pc:sldMk cId="1692717128" sldId="283"/>
            <ac:spMk id="3" creationId="{73FC219E-6E54-02C6-2D68-ED6FE3FBB5EC}"/>
          </ac:spMkLst>
        </pc:spChg>
        <pc:spChg chg="add mod">
          <ac:chgData name="Benjamín de Jesús Cueva Niño de Guzmán" userId="56da303013910523" providerId="LiveId" clId="{532B7A48-8887-4F62-9537-0BA1FAE83637}" dt="2026-03-05T18:22:07.323" v="45"/>
          <ac:spMkLst>
            <pc:docMk/>
            <pc:sldMk cId="1692717128" sldId="283"/>
            <ac:spMk id="4" creationId="{C17EA1AD-01FF-52C7-D27A-E9BADDA3B15C}"/>
          </ac:spMkLst>
        </pc:spChg>
        <pc:spChg chg="del">
          <ac:chgData name="Benjamín de Jesús Cueva Niño de Guzmán" userId="56da303013910523" providerId="LiveId" clId="{532B7A48-8887-4F62-9537-0BA1FAE83637}" dt="2026-03-05T19:07:27.780" v="46" actId="478"/>
          <ac:spMkLst>
            <pc:docMk/>
            <pc:sldMk cId="1692717128" sldId="283"/>
            <ac:spMk id="21" creationId="{EA23FF2C-CCB1-4E12-6246-321FF9E9AE06}"/>
          </ac:spMkLst>
        </pc:spChg>
        <pc:graphicFrameChg chg="modGraphic">
          <ac:chgData name="Benjamín de Jesús Cueva Niño de Guzmán" userId="56da303013910523" providerId="LiveId" clId="{532B7A48-8887-4F62-9537-0BA1FAE83637}" dt="2026-03-05T18:11:10.787" v="38" actId="404"/>
          <ac:graphicFrameMkLst>
            <pc:docMk/>
            <pc:sldMk cId="1692717128" sldId="283"/>
            <ac:graphicFrameMk id="25" creationId="{2BEFD275-6BE4-1317-B22B-C737F9F622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8DED7-2C38-6820-4102-8B7888657D40}"/>
              </a:ext>
            </a:extLst>
          </p:cNvPr>
          <p:cNvSpPr txBox="1"/>
          <p:nvPr/>
        </p:nvSpPr>
        <p:spPr>
          <a:xfrm>
            <a:off x="3078156" y="71251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277582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32" y="1506878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D221194-97A3-DC72-499F-D799D459B54C}"/>
              </a:ext>
            </a:extLst>
          </p:cNvPr>
          <p:cNvSpPr txBox="1"/>
          <p:nvPr/>
        </p:nvSpPr>
        <p:spPr>
          <a:xfrm>
            <a:off x="380775" y="1915576"/>
            <a:ext cx="9144451" cy="2800767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CURSO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ctr"/>
            <a:r>
              <a:rPr lang="es-PE" b="1"/>
              <a:t>                                                                                                            {{CIUDAD}}, </a:t>
            </a:r>
            <a:r>
              <a:rPr lang="es-PE" b="1" dirty="0"/>
              <a:t>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919386"/>
              </p:ext>
            </p:extLst>
          </p:nvPr>
        </p:nvGraphicFramePr>
        <p:xfrm>
          <a:off x="242508" y="2173956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32549"/>
              </p:ext>
            </p:extLst>
          </p:nvPr>
        </p:nvGraphicFramePr>
        <p:xfrm>
          <a:off x="3329941" y="2029129"/>
          <a:ext cx="6297400" cy="164668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</a:t>
                      </a:r>
                      <a:endParaRPr lang="en-US" sz="112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II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III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 IV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V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670824"/>
            <a:ext cx="408860" cy="285334"/>
          </a:xfrm>
          <a:prstGeom prst="rect">
            <a:avLst/>
          </a:prstGeom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C17EA1AD-01FF-52C7-D27A-E9BADDA3B15C}"/>
              </a:ext>
            </a:extLst>
          </p:cNvPr>
          <p:cNvSpPr txBox="1"/>
          <p:nvPr/>
        </p:nvSpPr>
        <p:spPr>
          <a:xfrm>
            <a:off x="1490295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0F4087D-AFB9-F358-EE89-78E5D8890726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0F360DD-0231-14B8-7A61-94DA1532F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30457"/>
              </p:ext>
            </p:extLst>
          </p:nvPr>
        </p:nvGraphicFramePr>
        <p:xfrm>
          <a:off x="242508" y="4049111"/>
          <a:ext cx="3034092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6275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97817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200078</TotalTime>
  <Words>237</Words>
  <Application>Microsoft Office PowerPoint</Application>
  <PresentationFormat>A4 (210 x 297 mm)</PresentationFormat>
  <Paragraphs>48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608</cp:revision>
  <cp:lastPrinted>2026-01-10T00:10:26Z</cp:lastPrinted>
  <dcterms:created xsi:type="dcterms:W3CDTF">2021-04-21T14:50:50Z</dcterms:created>
  <dcterms:modified xsi:type="dcterms:W3CDTF">2026-06-08T04:12:53Z</dcterms:modified>
</cp:coreProperties>
</file>