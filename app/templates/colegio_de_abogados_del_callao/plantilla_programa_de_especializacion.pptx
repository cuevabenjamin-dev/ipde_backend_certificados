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3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93F4FD-F9F6-4AEE-98AC-47F79B5BE86D}" v="9" dt="2026-03-05T19:07:07.169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9:07:07.169" v="77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03:21.903" v="73" actId="1035"/>
        <pc:sldMkLst>
          <pc:docMk/>
          <pc:sldMk cId="1635965375" sldId="282"/>
        </pc:sldMkLst>
        <pc:spChg chg="add del">
          <ac:chgData name="Benjamín de Jesús Cueva Niño de Guzmán" userId="56da303013910523" providerId="LiveId" clId="{532B7A48-8887-4F62-9537-0BA1FAE83637}" dt="2026-03-05T18:02:35.055" v="53" actId="478"/>
          <ac:spMkLst>
            <pc:docMk/>
            <pc:sldMk cId="1635965375" sldId="282"/>
            <ac:spMk id="4" creationId="{20267250-C8BB-17D2-6F0D-AA3ED23AFB28}"/>
          </ac:spMkLst>
        </pc:spChg>
        <pc:spChg chg="add mod ord">
          <ac:chgData name="Benjamín de Jesús Cueva Niño de Guzmán" userId="56da303013910523" providerId="LiveId" clId="{532B7A48-8887-4F62-9537-0BA1FAE83637}" dt="2026-03-05T18:03:21.903" v="73" actId="1035"/>
          <ac:spMkLst>
            <pc:docMk/>
            <pc:sldMk cId="1635965375" sldId="282"/>
            <ac:spMk id="5" creationId="{2CAEDBD3-6BC9-8B39-CDF7-052C584CEAEB}"/>
          </ac:spMkLst>
        </pc:spChg>
        <pc:spChg chg="add mod">
          <ac:chgData name="Benjamín de Jesús Cueva Niño de Guzmán" userId="56da303013910523" providerId="LiveId" clId="{532B7A48-8887-4F62-9537-0BA1FAE83637}" dt="2026-03-05T18:02:34.200" v="52" actId="1037"/>
          <ac:spMkLst>
            <pc:docMk/>
            <pc:sldMk cId="1635965375" sldId="282"/>
            <ac:spMk id="7" creationId="{2FDE2521-5B03-6B7C-1C73-432BDD494647}"/>
          </ac:spMkLst>
        </pc:spChg>
        <pc:spChg chg="add mod">
          <ac:chgData name="Benjamín de Jesús Cueva Niño de Guzmán" userId="56da303013910523" providerId="LiveId" clId="{532B7A48-8887-4F62-9537-0BA1FAE83637}" dt="2026-03-05T18:02:19.619" v="35"/>
          <ac:spMkLst>
            <pc:docMk/>
            <pc:sldMk cId="1635965375" sldId="282"/>
            <ac:spMk id="8" creationId="{D8B026C5-63F6-3067-D4B7-90CC8D89CADA}"/>
          </ac:spMkLst>
        </pc:spChg>
        <pc:spChg chg="add mod">
          <ac:chgData name="Benjamín de Jesús Cueva Niño de Guzmán" userId="56da303013910523" providerId="LiveId" clId="{532B7A48-8887-4F62-9537-0BA1FAE83637}" dt="2026-03-05T18:02:19.619" v="35"/>
          <ac:spMkLst>
            <pc:docMk/>
            <pc:sldMk cId="1635965375" sldId="282"/>
            <ac:spMk id="9" creationId="{88BBF148-B7BB-5A78-F725-E39461646285}"/>
          </ac:spMkLst>
        </pc:spChg>
        <pc:spChg chg="add del mod">
          <ac:chgData name="Benjamín de Jesús Cueva Niño de Guzmán" userId="56da303013910523" providerId="LiveId" clId="{532B7A48-8887-4F62-9537-0BA1FAE83637}" dt="2026-03-05T18:03:21.903" v="73" actId="1035"/>
          <ac:spMkLst>
            <pc:docMk/>
            <pc:sldMk cId="1635965375" sldId="282"/>
            <ac:spMk id="15" creationId="{159C20CF-4F7D-CABE-6193-1BB5871BA92C}"/>
          </ac:spMkLst>
        </pc:spChg>
        <pc:spChg chg="add del mod">
          <ac:chgData name="Benjamín de Jesús Cueva Niño de Guzmán" userId="56da303013910523" providerId="LiveId" clId="{532B7A48-8887-4F62-9537-0BA1FAE83637}" dt="2026-03-05T18:03:21.903" v="73" actId="1035"/>
          <ac:spMkLst>
            <pc:docMk/>
            <pc:sldMk cId="1635965375" sldId="282"/>
            <ac:spMk id="16" creationId="{DBBC2EDB-EBF8-6457-ED53-A42DF6002084}"/>
          </ac:spMkLst>
        </pc:spChg>
        <pc:spChg chg="del mod">
          <ac:chgData name="Benjamín de Jesús Cueva Niño de Guzmán" userId="56da303013910523" providerId="LiveId" clId="{532B7A48-8887-4F62-9537-0BA1FAE83637}" dt="2026-03-05T18:01:52.429" v="32" actId="478"/>
          <ac:spMkLst>
            <pc:docMk/>
            <pc:sldMk cId="1635965375" sldId="282"/>
            <ac:spMk id="17" creationId="{D1A67D06-10F2-D0B5-2DE1-F3049EF0F799}"/>
          </ac:spMkLst>
        </pc:spChg>
        <pc:spChg chg="del mod">
          <ac:chgData name="Benjamín de Jesús Cueva Niño de Guzmán" userId="56da303013910523" providerId="LiveId" clId="{532B7A48-8887-4F62-9537-0BA1FAE83637}" dt="2026-03-05T18:03:04.089" v="68" actId="478"/>
          <ac:spMkLst>
            <pc:docMk/>
            <pc:sldMk cId="1635965375" sldId="282"/>
            <ac:spMk id="18" creationId="{C922BB6B-FC6C-B93A-97FB-548A5CAE37FC}"/>
          </ac:spMkLst>
        </pc:spChg>
        <pc:picChg chg="ord">
          <ac:chgData name="Benjamín de Jesús Cueva Niño de Guzmán" userId="56da303013910523" providerId="LiveId" clId="{532B7A48-8887-4F62-9537-0BA1FAE83637}" dt="2026-03-05T18:03:06.338" v="69" actId="167"/>
          <ac:picMkLst>
            <pc:docMk/>
            <pc:sldMk cId="1635965375" sldId="282"/>
            <ac:picMk id="30" creationId="{E4CE971C-C2AC-F2EC-E075-BF31E56BAC02}"/>
          </ac:picMkLst>
        </pc:picChg>
      </pc:sldChg>
      <pc:sldChg chg="addSp delSp modSp mod">
        <pc:chgData name="Benjamín de Jesús Cueva Niño de Guzmán" userId="56da303013910523" providerId="LiveId" clId="{532B7A48-8887-4F62-9537-0BA1FAE83637}" dt="2026-03-05T19:07:07.169" v="77"/>
        <pc:sldMkLst>
          <pc:docMk/>
          <pc:sldMk cId="1692717128" sldId="283"/>
        </pc:sldMkLst>
        <pc:spChg chg="add mod">
          <ac:chgData name="Benjamín de Jesús Cueva Niño de Guzmán" userId="56da303013910523" providerId="LiveId" clId="{532B7A48-8887-4F62-9537-0BA1FAE83637}" dt="2026-03-05T19:07:07.169" v="77"/>
          <ac:spMkLst>
            <pc:docMk/>
            <pc:sldMk cId="1692717128" sldId="283"/>
            <ac:spMk id="3" creationId="{39DC044B-8F58-1227-535E-E8F623FD33E4}"/>
          </ac:spMkLst>
        </pc:spChg>
        <pc:spChg chg="add del mod">
          <ac:chgData name="Benjamín de Jesús Cueva Niño de Guzmán" userId="56da303013910523" providerId="LiveId" clId="{532B7A48-8887-4F62-9537-0BA1FAE83637}" dt="2026-03-05T18:22:22.969" v="74" actId="478"/>
          <ac:spMkLst>
            <pc:docMk/>
            <pc:sldMk cId="1692717128" sldId="283"/>
            <ac:spMk id="3" creationId="{57499876-AE68-F725-1064-DC59CA96624A}"/>
          </ac:spMkLst>
        </pc:spChg>
        <pc:spChg chg="add mod">
          <ac:chgData name="Benjamín de Jesús Cueva Niño de Guzmán" userId="56da303013910523" providerId="LiveId" clId="{532B7A48-8887-4F62-9537-0BA1FAE83637}" dt="2026-03-05T18:22:24.582" v="75"/>
          <ac:spMkLst>
            <pc:docMk/>
            <pc:sldMk cId="1692717128" sldId="283"/>
            <ac:spMk id="4" creationId="{3851004A-6DD4-6AEE-C539-AF2E6688CE4D}"/>
          </ac:spMkLst>
        </pc:spChg>
        <pc:spChg chg="add mod">
          <ac:chgData name="Benjamín de Jesús Cueva Niño de Guzmán" userId="56da303013910523" providerId="LiveId" clId="{532B7A48-8887-4F62-9537-0BA1FAE83637}" dt="2026-03-05T18:01:10.825" v="24"/>
          <ac:spMkLst>
            <pc:docMk/>
            <pc:sldMk cId="1692717128" sldId="283"/>
            <ac:spMk id="4" creationId="{F5C7B1FD-AB74-C6FD-CB78-2EFDC3461E8B}"/>
          </ac:spMkLst>
        </pc:spChg>
        <pc:spChg chg="add mod">
          <ac:chgData name="Benjamín de Jesús Cueva Niño de Guzmán" userId="56da303013910523" providerId="LiveId" clId="{532B7A48-8887-4F62-9537-0BA1FAE83637}" dt="2026-03-05T18:01:12.860" v="26"/>
          <ac:spMkLst>
            <pc:docMk/>
            <pc:sldMk cId="1692717128" sldId="283"/>
            <ac:spMk id="5" creationId="{F5C7B1FD-AB74-C6FD-CB78-2EFDC3461E8B}"/>
          </ac:spMkLst>
        </pc:spChg>
        <pc:spChg chg="del">
          <ac:chgData name="Benjamín de Jesús Cueva Niño de Guzmán" userId="56da303013910523" providerId="LiveId" clId="{532B7A48-8887-4F62-9537-0BA1FAE83637}" dt="2026-03-05T19:07:06.846" v="76" actId="478"/>
          <ac:spMkLst>
            <pc:docMk/>
            <pc:sldMk cId="1692717128" sldId="283"/>
            <ac:spMk id="21" creationId="{EA23FF2C-CCB1-4E12-6246-321FF9E9AE06}"/>
          </ac:spMkLst>
        </pc:spChg>
        <pc:graphicFrameChg chg="modGraphic">
          <ac:chgData name="Benjamín de Jesús Cueva Niño de Guzmán" userId="56da303013910523" providerId="LiveId" clId="{532B7A48-8887-4F62-9537-0BA1FAE83637}" dt="2026-03-05T18:01:22.396" v="31" actId="255"/>
          <ac:graphicFrameMkLst>
            <pc:docMk/>
            <pc:sldMk cId="1692717128" sldId="283"/>
            <ac:graphicFrameMk id="25" creationId="{2BEFD275-6BE4-1317-B22B-C737F9F6224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903E-CFFB-9E44-66C6-6D70D101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4CE971C-C2AC-F2EC-E075-BF31E56B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381409" y="726292"/>
            <a:ext cx="5092700" cy="417317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F0246BD0-2353-53FF-F15E-37FCD94B97DD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9C20CF-4F7D-CABE-6193-1BB5871BA92C}"/>
              </a:ext>
            </a:extLst>
          </p:cNvPr>
          <p:cNvSpPr txBox="1"/>
          <p:nvPr/>
        </p:nvSpPr>
        <p:spPr>
          <a:xfrm>
            <a:off x="4252904" y="1445530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C2EDB-EBF8-6457-ED53-A42DF6002084}"/>
              </a:ext>
            </a:extLst>
          </p:cNvPr>
          <p:cNvSpPr txBox="1"/>
          <p:nvPr/>
        </p:nvSpPr>
        <p:spPr>
          <a:xfrm>
            <a:off x="2493048" y="1665495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46CD80-D302-3BD4-A829-49A114B21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03942BF-09E6-F208-7AB4-8E1D7FBDC564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2CE80D91-3EAE-6651-460D-23A397AD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5B4DE75-7C68-3888-3DE0-C47E4A5DC96E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616924-A506-8D0B-2433-7BA550D12F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D41FC0-F46A-0621-048D-44EC7F544EB1}"/>
              </a:ext>
            </a:extLst>
          </p:cNvPr>
          <p:cNvCxnSpPr/>
          <p:nvPr/>
        </p:nvCxnSpPr>
        <p:spPr>
          <a:xfrm flipV="1">
            <a:off x="937973" y="5807352"/>
            <a:ext cx="36457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9D1E843-2090-ADCE-8385-7B9F6600167D}"/>
              </a:ext>
            </a:extLst>
          </p:cNvPr>
          <p:cNvSpPr txBox="1"/>
          <p:nvPr/>
        </p:nvSpPr>
        <p:spPr>
          <a:xfrm>
            <a:off x="1385326" y="5807352"/>
            <a:ext cx="2674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500" b="1" dirty="0">
                <a:latin typeface="Century Gothic" panose="020B0502020202020204" pitchFamily="34" charset="0"/>
              </a:rPr>
              <a:t>EDGARD LUIS MITTA CURAY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E30F08-72BA-B3BA-7E72-C821743FADF6}"/>
              </a:ext>
            </a:extLst>
          </p:cNvPr>
          <p:cNvSpPr txBox="1"/>
          <p:nvPr/>
        </p:nvSpPr>
        <p:spPr>
          <a:xfrm>
            <a:off x="2271507" y="6098232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latin typeface="Century Gothic" panose="020B0502020202020204" pitchFamily="34" charset="0"/>
              </a:rPr>
              <a:t>DECANO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AB0915-6C0B-B408-E3A2-B8DABC4D6706}"/>
              </a:ext>
            </a:extLst>
          </p:cNvPr>
          <p:cNvSpPr txBox="1"/>
          <p:nvPr/>
        </p:nvSpPr>
        <p:spPr>
          <a:xfrm>
            <a:off x="1530276" y="6362394"/>
            <a:ext cx="2505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b="1" dirty="0"/>
              <a:t>Colegio de Abogados del Callao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34087D3-3BC3-29E0-271D-54970541A6BF}"/>
              </a:ext>
            </a:extLst>
          </p:cNvPr>
          <p:cNvCxnSpPr/>
          <p:nvPr/>
        </p:nvCxnSpPr>
        <p:spPr>
          <a:xfrm flipV="1">
            <a:off x="5739550" y="5800034"/>
            <a:ext cx="3036388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D738D43-0190-9B70-3226-049325D2EB60}"/>
              </a:ext>
            </a:extLst>
          </p:cNvPr>
          <p:cNvSpPr txBox="1"/>
          <p:nvPr/>
        </p:nvSpPr>
        <p:spPr>
          <a:xfrm>
            <a:off x="5430149" y="6129758"/>
            <a:ext cx="3665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dirty="0">
                <a:latin typeface="Bernard MT Condensed" panose="02050806060905020404" pitchFamily="18" charset="0"/>
              </a:rPr>
              <a:t>DIRECTOR ACADÉMICO</a:t>
            </a:r>
          </a:p>
          <a:p>
            <a:pPr algn="ctr"/>
            <a:r>
              <a:rPr lang="es-PE" sz="1400" b="1" dirty="0"/>
              <a:t>Institución Educativa Académica y Social Berlín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1CDE20-3D91-8C02-1399-74C87C7C0B8C}"/>
              </a:ext>
            </a:extLst>
          </p:cNvPr>
          <p:cNvSpPr txBox="1"/>
          <p:nvPr/>
        </p:nvSpPr>
        <p:spPr>
          <a:xfrm>
            <a:off x="5739550" y="5834349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Bodoni Bd BT" panose="02070803080706020303" pitchFamily="18" charset="0"/>
              </a:rPr>
              <a:t>CHRISTIAAN QUIÑONES CARLOS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859433-7692-EB97-7C9F-A4EC0AEEC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990"/>
          <a:stretch/>
        </p:blipFill>
        <p:spPr>
          <a:xfrm>
            <a:off x="5450367" y="4813724"/>
            <a:ext cx="3632406" cy="1550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4207E0-3385-F954-9F74-B54C91B252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32" b="16121"/>
          <a:stretch/>
        </p:blipFill>
        <p:spPr>
          <a:xfrm>
            <a:off x="800538" y="4722888"/>
            <a:ext cx="4143138" cy="17102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267250-C8BB-17D2-6F0D-AA3ED23AFB28}"/>
              </a:ext>
            </a:extLst>
          </p:cNvPr>
          <p:cNvSpPr txBox="1"/>
          <p:nvPr/>
        </p:nvSpPr>
        <p:spPr>
          <a:xfrm>
            <a:off x="2652433" y="415027"/>
            <a:ext cx="40639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600" dirty="0">
                <a:latin typeface="Algerian" panose="04020705040A02060702" pitchFamily="82" charset="0"/>
              </a:rPr>
              <a:t>Programa de</a:t>
            </a:r>
          </a:p>
          <a:p>
            <a:pPr algn="ctr"/>
            <a:r>
              <a:rPr lang="es-PE" sz="3600" dirty="0">
                <a:latin typeface="Algerian" panose="04020705040A02060702" pitchFamily="82" charset="0"/>
              </a:rPr>
              <a:t>especialización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CAEDBD3-6BC9-8B39-CDF7-052C584CEAEB}"/>
              </a:ext>
            </a:extLst>
          </p:cNvPr>
          <p:cNvSpPr txBox="1"/>
          <p:nvPr/>
        </p:nvSpPr>
        <p:spPr>
          <a:xfrm>
            <a:off x="380775" y="2074195"/>
            <a:ext cx="9144451" cy="3077766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PROGRAMA </a:t>
            </a:r>
          </a:p>
          <a:p>
            <a:pPr algn="ctr"/>
            <a:r>
              <a:rPr lang="es-PE" b="1" dirty="0"/>
              <a:t>DE ESPECIALIZACIÓN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Programa de Especialización,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ctr"/>
            <a:r>
              <a:rPr lang="es-PE" b="1"/>
              <a:t>                                                                                                            {{CIUDAD}}, </a:t>
            </a:r>
            <a:r>
              <a:rPr lang="es-PE" b="1" dirty="0"/>
              <a:t>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16359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D54F-C427-2E75-E004-299324F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5DADC49-6FE7-C225-3327-419CF302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78074" y="1071736"/>
            <a:ext cx="6460361" cy="529389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67915064-4DAF-ED9F-6835-944E37B32096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44E0CD-62BE-33E6-5F65-502BDB2F4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047891"/>
              </p:ext>
            </p:extLst>
          </p:nvPr>
        </p:nvGraphicFramePr>
        <p:xfrm>
          <a:off x="242508" y="2173956"/>
          <a:ext cx="3034092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2344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2041748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</a:t>
                      </a:r>
                      <a:r>
                        <a:rPr lang="es-PE" sz="1050" dirty="0"/>
                        <a:t>CAC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2639223-9EBE-C60B-95DE-B5841D8706FB}"/>
              </a:ext>
            </a:extLst>
          </p:cNvPr>
          <p:cNvGrpSpPr/>
          <p:nvPr/>
        </p:nvGrpSpPr>
        <p:grpSpPr>
          <a:xfrm>
            <a:off x="611025" y="6123667"/>
            <a:ext cx="2297657" cy="437033"/>
            <a:chOff x="4281274" y="8807352"/>
            <a:chExt cx="2297657" cy="43703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86E3E86-9A63-BC3D-CEEF-A6BFE2EA8C25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4772C3-D65F-9EEC-AA63-4F44FA85AB5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81B7CB1-8F7F-EA8F-9B17-7578C3433005}"/>
              </a:ext>
            </a:extLst>
          </p:cNvPr>
          <p:cNvGraphicFramePr>
            <a:graphicFrameLocks noGrp="1"/>
          </p:cNvGraphicFramePr>
          <p:nvPr/>
        </p:nvGraphicFramePr>
        <p:xfrm>
          <a:off x="3329941" y="1604300"/>
          <a:ext cx="6297399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97399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BEFD275-6BE4-1317-B22B-C737F9F62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191058"/>
              </p:ext>
            </p:extLst>
          </p:nvPr>
        </p:nvGraphicFramePr>
        <p:xfrm>
          <a:off x="3329941" y="2029129"/>
          <a:ext cx="6297400" cy="273972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15911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81489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dirty="0"/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dirty="0"/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49195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50" b="0" i="0" dirty="0"/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 IV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b="0" i="0" dirty="0"/>
                        <a:t>{{MODULO_6}}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990184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89160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533395"/>
                  </a:ext>
                </a:extLst>
              </a:tr>
            </a:tbl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10ABB14-2BAE-E5E0-36BD-E947986D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B45ADB4-94CF-66E2-CD1B-040B6FE98A48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3AF6AFE4-7D0A-D32B-58B1-268A65A4B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3E41BDB-8304-4737-4DBB-1D53FE3A6A07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C83CCE5-0760-FCA4-6B75-08CAE27748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0338C6F-31F6-8BB3-8CB7-A16C340500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802"/>
          <a:stretch/>
        </p:blipFill>
        <p:spPr>
          <a:xfrm>
            <a:off x="1497313" y="3670824"/>
            <a:ext cx="408860" cy="285334"/>
          </a:xfrm>
          <a:prstGeom prst="rect">
            <a:avLst/>
          </a:prstGeom>
        </p:spPr>
      </p:pic>
      <p:sp>
        <p:nvSpPr>
          <p:cNvPr id="4" name="CuadroTexto 1">
            <a:extLst>
              <a:ext uri="{FF2B5EF4-FFF2-40B4-BE49-F238E27FC236}">
                <a16:creationId xmlns:a16="http://schemas.microsoft.com/office/drawing/2014/main" id="{3851004A-6DD4-6AEE-C539-AF2E6688CE4D}"/>
              </a:ext>
            </a:extLst>
          </p:cNvPr>
          <p:cNvSpPr txBox="1"/>
          <p:nvPr/>
        </p:nvSpPr>
        <p:spPr>
          <a:xfrm>
            <a:off x="1490295" y="444898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DC044B-8F58-1227-535E-E8F623FD33E4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4CBC777-1263-1671-CCE9-0BE50BEC5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30457"/>
              </p:ext>
            </p:extLst>
          </p:nvPr>
        </p:nvGraphicFramePr>
        <p:xfrm>
          <a:off x="242508" y="4049111"/>
          <a:ext cx="3034092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6275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97817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717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200075</TotalTime>
  <Words>267</Words>
  <Application>Microsoft Office PowerPoint</Application>
  <PresentationFormat>A4 (210 x 297 mm)</PresentationFormat>
  <Paragraphs>56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Bernard MT Condensed</vt:lpstr>
      <vt:lpstr>Bodoni Bd BT</vt:lpstr>
      <vt:lpstr>Britannic Bold</vt:lpstr>
      <vt:lpstr>Calibri</vt:lpstr>
      <vt:lpstr>Calibri Light</vt:lpstr>
      <vt:lpstr>Century Gothic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606</cp:revision>
  <cp:lastPrinted>2026-01-10T00:10:26Z</cp:lastPrinted>
  <dcterms:created xsi:type="dcterms:W3CDTF">2021-04-21T14:50:50Z</dcterms:created>
  <dcterms:modified xsi:type="dcterms:W3CDTF">2026-06-08T04:14:32Z</dcterms:modified>
</cp:coreProperties>
</file>