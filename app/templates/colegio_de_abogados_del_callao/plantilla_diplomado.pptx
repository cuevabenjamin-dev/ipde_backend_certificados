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E0AD0-4A3D-4ACE-B3E7-23FE0743D5BF}" v="5" dt="2026-03-05T19:07:18.101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7:18.101" v="89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3:09.771" v="79" actId="20577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23:09.771" v="79" actId="20577"/>
          <ac:spMkLst>
            <pc:docMk/>
            <pc:sldMk cId="1635965375" sldId="282"/>
            <ac:spMk id="4" creationId="{0470FDEB-12B5-7D62-5793-2DD8B15A4957}"/>
          </ac:spMkLst>
        </pc:spChg>
        <pc:spChg chg="mod">
          <ac:chgData name="Benjamín de Jesús Cueva Niño de Guzmán" userId="56da303013910523" providerId="LiveId" clId="{532B7A48-8887-4F62-9537-0BA1FAE83637}" dt="2026-03-05T18:22:48.819" v="54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22:48.819" v="54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22:36.561" v="29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22:36.561" v="29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18.101" v="89"/>
        <pc:sldMkLst>
          <pc:docMk/>
          <pc:sldMk cId="1692717128" sldId="283"/>
        </pc:sldMkLst>
        <pc:spChg chg="del">
          <ac:chgData name="Benjamín de Jesús Cueva Niño de Guzmán" userId="56da303013910523" providerId="LiveId" clId="{532B7A48-8887-4F62-9537-0BA1FAE83637}" dt="2026-03-05T18:23:51.693" v="85" actId="478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9:07:16.446" v="87"/>
          <ac:spMkLst>
            <pc:docMk/>
            <pc:sldMk cId="1692717128" sldId="283"/>
            <ac:spMk id="3" creationId="{DA63072A-B1BD-285E-CAF4-B3729EE3CE53}"/>
          </ac:spMkLst>
        </pc:spChg>
        <pc:spChg chg="add mod">
          <ac:chgData name="Benjamín de Jesús Cueva Niño de Guzmán" userId="56da303013910523" providerId="LiveId" clId="{532B7A48-8887-4F62-9537-0BA1FAE83637}" dt="2026-03-05T18:23:55.937" v="86"/>
          <ac:spMkLst>
            <pc:docMk/>
            <pc:sldMk cId="1692717128" sldId="283"/>
            <ac:spMk id="4" creationId="{F0F9C8B4-8BCA-302D-5E4C-A50E2C159985}"/>
          </ac:spMkLst>
        </pc:spChg>
        <pc:spChg chg="add mod">
          <ac:chgData name="Benjamín de Jesús Cueva Niño de Guzmán" userId="56da303013910523" providerId="LiveId" clId="{532B7A48-8887-4F62-9537-0BA1FAE83637}" dt="2026-03-05T19:07:18.101" v="89"/>
          <ac:spMkLst>
            <pc:docMk/>
            <pc:sldMk cId="1692717128" sldId="283"/>
            <ac:spMk id="5" creationId="{F269AB31-C30F-DD9C-6DA8-41E2B9D78C18}"/>
          </ac:spMkLst>
        </pc:spChg>
        <pc:spChg chg="del">
          <ac:chgData name="Benjamín de Jesús Cueva Niño de Guzmán" userId="56da303013910523" providerId="LiveId" clId="{532B7A48-8887-4F62-9537-0BA1FAE83637}" dt="2026-03-05T19:07:17.855" v="88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23:42.912" v="84" actId="255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339418" y="712517"/>
            <a:ext cx="32271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diplomado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48" y="1497547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470FDEB-12B5-7D62-5793-2DD8B15A4957}"/>
              </a:ext>
            </a:extLst>
          </p:cNvPr>
          <p:cNvSpPr txBox="1"/>
          <p:nvPr/>
        </p:nvSpPr>
        <p:spPr>
          <a:xfrm>
            <a:off x="380775" y="1915576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DIPLOMADO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Diplomado,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/>
              <a:t>                                                                                                            {{CIUDAD}}, </a:t>
            </a:r>
            <a:r>
              <a:rPr lang="es-PE" b="1" dirty="0"/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35774"/>
              </p:ext>
            </p:extLst>
          </p:nvPr>
        </p:nvGraphicFramePr>
        <p:xfrm>
          <a:off x="242508" y="2173954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4894"/>
              </p:ext>
            </p:extLst>
          </p:nvPr>
        </p:nvGraphicFramePr>
        <p:xfrm>
          <a:off x="3329941" y="2029129"/>
          <a:ext cx="6297400" cy="27397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 IV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b="0" i="0" dirty="0"/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990184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89160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33395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670822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F0F9C8B4-8BCA-302D-5E4C-A50E2C159985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69AB31-C30F-DD9C-6DA8-41E2B9D78C18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F43EB83-349C-6FFC-9977-62CE80DF2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0457"/>
              </p:ext>
            </p:extLst>
          </p:nvPr>
        </p:nvGraphicFramePr>
        <p:xfrm>
          <a:off x="242508" y="4049111"/>
          <a:ext cx="3034092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275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97817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261</Words>
  <Application>Microsoft Office PowerPoint</Application>
  <PresentationFormat>A4 (210 x 297 mm)</PresentationFormat>
  <Paragraphs>54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604</cp:revision>
  <cp:lastPrinted>2026-01-10T00:10:26Z</cp:lastPrinted>
  <dcterms:created xsi:type="dcterms:W3CDTF">2021-04-21T14:50:50Z</dcterms:created>
  <dcterms:modified xsi:type="dcterms:W3CDTF">2026-06-08T04:14:06Z</dcterms:modified>
</cp:coreProperties>
</file>