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2" r:id="rId2"/>
    <p:sldId id="283" r:id="rId3"/>
  </p:sldIdLst>
  <p:sldSz cx="9906000" cy="6858000" type="A4"/>
  <p:notesSz cx="10021888" cy="688975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94422B-CCDC-4B4E-A9EC-3603A115F220}" v="2" dt="2026-03-05T19:07:45.183"/>
  </p1510:revLst>
</p1510:revInfo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custSel modSld">
      <pc:chgData name="Benjamín de Jesús Cueva Niño de Guzmán" userId="56da303013910523" providerId="LiveId" clId="{532B7A48-8887-4F62-9537-0BA1FAE83637}" dt="2026-03-05T19:07:45.183" v="30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12:50.464" v="22" actId="1035"/>
        <pc:sldMkLst>
          <pc:docMk/>
          <pc:sldMk cId="1635965375" sldId="282"/>
        </pc:sldMkLst>
        <pc:spChg chg="add mod">
          <ac:chgData name="Benjamín de Jesús Cueva Niño de Guzmán" userId="56da303013910523" providerId="LiveId" clId="{532B7A48-8887-4F62-9537-0BA1FAE83637}" dt="2026-03-05T18:12:46.781" v="19"/>
          <ac:spMkLst>
            <pc:docMk/>
            <pc:sldMk cId="1635965375" sldId="282"/>
            <ac:spMk id="4" creationId="{C77716BF-2959-78C2-0A65-528ABCBA75D9}"/>
          </ac:spMkLst>
        </pc:spChg>
        <pc:spChg chg="mod">
          <ac:chgData name="Benjamín de Jesús Cueva Niño de Guzmán" userId="56da303013910523" providerId="LiveId" clId="{532B7A48-8887-4F62-9537-0BA1FAE83637}" dt="2026-03-05T18:12:50.464" v="22" actId="1035"/>
          <ac:spMkLst>
            <pc:docMk/>
            <pc:sldMk cId="1635965375" sldId="282"/>
            <ac:spMk id="15" creationId="{159C20CF-4F7D-CABE-6193-1BB5871BA92C}"/>
          </ac:spMkLst>
        </pc:spChg>
        <pc:spChg chg="mod">
          <ac:chgData name="Benjamín de Jesús Cueva Niño de Guzmán" userId="56da303013910523" providerId="LiveId" clId="{532B7A48-8887-4F62-9537-0BA1FAE83637}" dt="2026-03-05T18:12:50.464" v="22" actId="1035"/>
          <ac:spMkLst>
            <pc:docMk/>
            <pc:sldMk cId="1635965375" sldId="282"/>
            <ac:spMk id="16" creationId="{DBBC2EDB-EBF8-6457-ED53-A42DF6002084}"/>
          </ac:spMkLst>
        </pc:spChg>
        <pc:spChg chg="del mod">
          <ac:chgData name="Benjamín de Jesús Cueva Niño de Guzmán" userId="56da303013910523" providerId="LiveId" clId="{532B7A48-8887-4F62-9537-0BA1FAE83637}" dt="2026-03-05T18:12:41.327" v="18" actId="478"/>
          <ac:spMkLst>
            <pc:docMk/>
            <pc:sldMk cId="1635965375" sldId="282"/>
            <ac:spMk id="17" creationId="{D1A67D06-10F2-D0B5-2DE1-F3049EF0F799}"/>
          </ac:spMkLst>
        </pc:spChg>
        <pc:spChg chg="del mod">
          <ac:chgData name="Benjamín de Jesús Cueva Niño de Guzmán" userId="56da303013910523" providerId="LiveId" clId="{532B7A48-8887-4F62-9537-0BA1FAE83637}" dt="2026-03-05T18:12:41.327" v="18" actId="478"/>
          <ac:spMkLst>
            <pc:docMk/>
            <pc:sldMk cId="1635965375" sldId="282"/>
            <ac:spMk id="18" creationId="{C922BB6B-FC6C-B93A-97FB-548A5CAE37FC}"/>
          </ac:spMkLst>
        </pc:spChg>
      </pc:sldChg>
      <pc:sldChg chg="addSp delSp modSp mod">
        <pc:chgData name="Benjamín de Jesús Cueva Niño de Guzmán" userId="56da303013910523" providerId="LiveId" clId="{532B7A48-8887-4F62-9537-0BA1FAE83637}" dt="2026-03-05T19:07:45.183" v="30"/>
        <pc:sldMkLst>
          <pc:docMk/>
          <pc:sldMk cId="1692717128" sldId="283"/>
        </pc:sldMkLst>
        <pc:spChg chg="mod">
          <ac:chgData name="Benjamín de Jesús Cueva Niño de Guzmán" userId="56da303013910523" providerId="LiveId" clId="{532B7A48-8887-4F62-9537-0BA1FAE83637}" dt="2026-03-05T18:13:04.259" v="28" actId="1076"/>
          <ac:spMkLst>
            <pc:docMk/>
            <pc:sldMk cId="1692717128" sldId="283"/>
            <ac:spMk id="3" creationId="{73FC219E-6E54-02C6-2D68-ED6FE3FBB5EC}"/>
          </ac:spMkLst>
        </pc:spChg>
        <pc:spChg chg="add mod">
          <ac:chgData name="Benjamín de Jesús Cueva Niño de Guzmán" userId="56da303013910523" providerId="LiveId" clId="{532B7A48-8887-4F62-9537-0BA1FAE83637}" dt="2026-03-05T19:07:45.183" v="30"/>
          <ac:spMkLst>
            <pc:docMk/>
            <pc:sldMk cId="1692717128" sldId="283"/>
            <ac:spMk id="4" creationId="{EE4DB7B2-85EA-CEF4-43B7-5587B85CF4C9}"/>
          </ac:spMkLst>
        </pc:spChg>
        <pc:spChg chg="del">
          <ac:chgData name="Benjamín de Jesús Cueva Niño de Guzmán" userId="56da303013910523" providerId="LiveId" clId="{532B7A48-8887-4F62-9537-0BA1FAE83637}" dt="2026-03-05T19:07:44.880" v="29" actId="478"/>
          <ac:spMkLst>
            <pc:docMk/>
            <pc:sldMk cId="1692717128" sldId="283"/>
            <ac:spMk id="21" creationId="{EA23FF2C-CCB1-4E12-6246-321FF9E9AE06}"/>
          </ac:spMkLst>
        </pc:spChg>
        <pc:graphicFrameChg chg="modGraphic">
          <ac:chgData name="Benjamín de Jesús Cueva Niño de Guzmán" userId="56da303013910523" providerId="LiveId" clId="{532B7A48-8887-4F62-9537-0BA1FAE83637}" dt="2026-03-05T18:12:59.157" v="27" actId="403"/>
          <ac:graphicFrameMkLst>
            <pc:docMk/>
            <pc:sldMk cId="1692717128" sldId="283"/>
            <ac:graphicFrameMk id="25" creationId="{2BEFD275-6BE4-1317-B22B-C737F9F6224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120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110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12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408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05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70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99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224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484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344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905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BCF65-E86E-467A-B19A-9BBB66F1E598}" type="datetimeFigureOut">
              <a:rPr lang="es-PE" smtClean="0"/>
              <a:t>7/06/2026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21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especializacionvirtual.com/validar-certificado/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F903E-CFFB-9E44-66C6-6D70D101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29">
            <a:extLst>
              <a:ext uri="{FF2B5EF4-FFF2-40B4-BE49-F238E27FC236}">
                <a16:creationId xmlns:a16="http://schemas.microsoft.com/office/drawing/2014/main" id="{E4CE971C-C2AC-F2EC-E075-BF31E56BAC0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2381409" y="726292"/>
            <a:ext cx="5092700" cy="4173175"/>
          </a:xfrm>
          <a:prstGeom prst="rect">
            <a:avLst/>
          </a:prstGeom>
        </p:spPr>
      </p:pic>
      <p:sp>
        <p:nvSpPr>
          <p:cNvPr id="6" name="Placa 5">
            <a:extLst>
              <a:ext uri="{FF2B5EF4-FFF2-40B4-BE49-F238E27FC236}">
                <a16:creationId xmlns:a16="http://schemas.microsoft.com/office/drawing/2014/main" id="{F0246BD0-2353-53FF-F15E-37FCD94B97DD}"/>
              </a:ext>
            </a:extLst>
          </p:cNvPr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ED8DED7-2C38-6820-4102-8B7888657D40}"/>
              </a:ext>
            </a:extLst>
          </p:cNvPr>
          <p:cNvSpPr txBox="1"/>
          <p:nvPr/>
        </p:nvSpPr>
        <p:spPr>
          <a:xfrm>
            <a:off x="3078156" y="712517"/>
            <a:ext cx="3656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4400" dirty="0">
                <a:latin typeface="Algerian" panose="04020705040A02060702" pitchFamily="82" charset="0"/>
              </a:rPr>
              <a:t>CERTIFICADO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9C20CF-4F7D-CABE-6193-1BB5871BA92C}"/>
              </a:ext>
            </a:extLst>
          </p:cNvPr>
          <p:cNvSpPr txBox="1"/>
          <p:nvPr/>
        </p:nvSpPr>
        <p:spPr>
          <a:xfrm>
            <a:off x="4252904" y="1277582"/>
            <a:ext cx="14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>
                <a:latin typeface="Franklin Gothic Demi Cond" panose="020B0706030402020204" pitchFamily="34" charset="0"/>
              </a:rPr>
              <a:t>OTORGADO A: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BBC2EDB-EBF8-6457-ED53-A42DF6002084}"/>
              </a:ext>
            </a:extLst>
          </p:cNvPr>
          <p:cNvSpPr txBox="1"/>
          <p:nvPr/>
        </p:nvSpPr>
        <p:spPr>
          <a:xfrm>
            <a:off x="2493032" y="1497547"/>
            <a:ext cx="4919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800" dirty="0">
                <a:latin typeface="Britannic Bold" panose="020B0903060703020204" pitchFamily="34" charset="0"/>
              </a:rPr>
              <a:t>{{NOMBRES}} {{APELLIDOS}}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6C46CD80-D302-3BD4-A829-49A114B21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92" y="228977"/>
            <a:ext cx="2957853" cy="758326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503942BF-09E6-F208-7AB4-8E1D7FBDC564}"/>
              </a:ext>
            </a:extLst>
          </p:cNvPr>
          <p:cNvSpPr txBox="1"/>
          <p:nvPr/>
        </p:nvSpPr>
        <p:spPr>
          <a:xfrm>
            <a:off x="6650850" y="96785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4" name="Picture 2" descr="Colegio de Abogados del Callao">
            <a:extLst>
              <a:ext uri="{FF2B5EF4-FFF2-40B4-BE49-F238E27FC236}">
                <a16:creationId xmlns:a16="http://schemas.microsoft.com/office/drawing/2014/main" id="{2CE80D91-3EAE-6651-460D-23A397AD8A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8929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623"/>
          <a:stretch/>
        </p:blipFill>
        <p:spPr bwMode="auto">
          <a:xfrm>
            <a:off x="562598" y="365348"/>
            <a:ext cx="808292" cy="75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05B4DE75-7C68-3888-3DE0-C47E4A5DC96E}"/>
              </a:ext>
            </a:extLst>
          </p:cNvPr>
          <p:cNvSpPr txBox="1"/>
          <p:nvPr/>
        </p:nvSpPr>
        <p:spPr>
          <a:xfrm>
            <a:off x="782886" y="1090486"/>
            <a:ext cx="17256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300" b="1" dirty="0"/>
              <a:t>R.D N° 321-2025 - CAC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1616924-A506-8D0B-2433-7BA550D12F9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4" y="152787"/>
            <a:ext cx="1329171" cy="1329171"/>
          </a:xfrm>
          <a:prstGeom prst="rect">
            <a:avLst/>
          </a:prstGeom>
        </p:spPr>
      </p:pic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C4D41FC0-F46A-0621-048D-44EC7F544EB1}"/>
              </a:ext>
            </a:extLst>
          </p:cNvPr>
          <p:cNvCxnSpPr/>
          <p:nvPr/>
        </p:nvCxnSpPr>
        <p:spPr>
          <a:xfrm flipV="1">
            <a:off x="937973" y="5807352"/>
            <a:ext cx="36457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9D1E843-2090-ADCE-8385-7B9F6600167D}"/>
              </a:ext>
            </a:extLst>
          </p:cNvPr>
          <p:cNvSpPr txBox="1"/>
          <p:nvPr/>
        </p:nvSpPr>
        <p:spPr>
          <a:xfrm>
            <a:off x="1385326" y="5807352"/>
            <a:ext cx="267413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500" b="1" dirty="0">
                <a:latin typeface="Century Gothic" panose="020B0502020202020204" pitchFamily="34" charset="0"/>
              </a:rPr>
              <a:t>EDGARD LUIS MITTA CURAY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5E30F08-72BA-B3BA-7E72-C821743FADF6}"/>
              </a:ext>
            </a:extLst>
          </p:cNvPr>
          <p:cNvSpPr txBox="1"/>
          <p:nvPr/>
        </p:nvSpPr>
        <p:spPr>
          <a:xfrm>
            <a:off x="2271507" y="6098232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latin typeface="Century Gothic" panose="020B0502020202020204" pitchFamily="34" charset="0"/>
              </a:rPr>
              <a:t>DECANO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1AB0915-6C0B-B408-E3A2-B8DABC4D6706}"/>
              </a:ext>
            </a:extLst>
          </p:cNvPr>
          <p:cNvSpPr txBox="1"/>
          <p:nvPr/>
        </p:nvSpPr>
        <p:spPr>
          <a:xfrm>
            <a:off x="1530276" y="6362394"/>
            <a:ext cx="2505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400" b="1" dirty="0"/>
              <a:t>Colegio de Abogados del Callao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734087D3-3BC3-29E0-271D-54970541A6BF}"/>
              </a:ext>
            </a:extLst>
          </p:cNvPr>
          <p:cNvCxnSpPr/>
          <p:nvPr/>
        </p:nvCxnSpPr>
        <p:spPr>
          <a:xfrm flipV="1">
            <a:off x="5739550" y="5800034"/>
            <a:ext cx="3036388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D738D43-0190-9B70-3226-049325D2EB60}"/>
              </a:ext>
            </a:extLst>
          </p:cNvPr>
          <p:cNvSpPr txBox="1"/>
          <p:nvPr/>
        </p:nvSpPr>
        <p:spPr>
          <a:xfrm>
            <a:off x="5430149" y="6129758"/>
            <a:ext cx="3665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400" dirty="0">
                <a:latin typeface="Bernard MT Condensed" panose="02050806060905020404" pitchFamily="18" charset="0"/>
              </a:rPr>
              <a:t>DIRECTOR ACADÉMICO</a:t>
            </a:r>
          </a:p>
          <a:p>
            <a:pPr algn="ctr"/>
            <a:r>
              <a:rPr lang="es-PE" sz="1400" b="1" dirty="0"/>
              <a:t>Institución Educativa Académica y Social Berlín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71CDE20-3D91-8C02-1399-74C87C7C0B8C}"/>
              </a:ext>
            </a:extLst>
          </p:cNvPr>
          <p:cNvSpPr txBox="1"/>
          <p:nvPr/>
        </p:nvSpPr>
        <p:spPr>
          <a:xfrm>
            <a:off x="5739550" y="5834349"/>
            <a:ext cx="3054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>
                <a:latin typeface="Bodoni Bd BT" panose="02070803080706020303" pitchFamily="18" charset="0"/>
              </a:rPr>
              <a:t>CHRISTIAAN QUIÑONES CARLOS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0859433-7692-EB97-7C9F-A4EC0AEEC7B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6990"/>
          <a:stretch/>
        </p:blipFill>
        <p:spPr>
          <a:xfrm>
            <a:off x="5450367" y="4813724"/>
            <a:ext cx="3632406" cy="155088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C4207E0-3385-F954-9F74-B54C91B2525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6932" b="16121"/>
          <a:stretch/>
        </p:blipFill>
        <p:spPr>
          <a:xfrm>
            <a:off x="800538" y="4722888"/>
            <a:ext cx="4143138" cy="171028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77716BF-2959-78C2-0A65-528ABCBA75D9}"/>
              </a:ext>
            </a:extLst>
          </p:cNvPr>
          <p:cNvSpPr txBox="1"/>
          <p:nvPr/>
        </p:nvSpPr>
        <p:spPr>
          <a:xfrm>
            <a:off x="380775" y="1915576"/>
            <a:ext cx="9144451" cy="3077766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b="1" dirty="0"/>
              <a:t>Por haber culminado satisfactoriamente el CURSO </a:t>
            </a:r>
          </a:p>
          <a:p>
            <a:pPr algn="ctr"/>
            <a:r>
              <a:rPr lang="es-PE" b="1" dirty="0"/>
              <a:t>DE CAPACITACIÓN en:</a:t>
            </a:r>
            <a:endParaRPr lang="es-PE" sz="600" b="1" dirty="0"/>
          </a:p>
          <a:p>
            <a:pPr algn="ctr"/>
            <a:r>
              <a:rPr lang="es-PE" sz="2800" dirty="0">
                <a:latin typeface="Britannic Bold" panose="020B0903060703020204" pitchFamily="34" charset="0"/>
              </a:rPr>
              <a:t>“{{TEMA_DIPLOMADO}}”</a:t>
            </a:r>
          </a:p>
          <a:p>
            <a:pPr algn="ctr"/>
            <a:r>
              <a:rPr lang="es-PE" b="1" dirty="0"/>
              <a:t>Realizado del {{FECHA_INICIO}} al {{FECHA_FIN}}, con una</a:t>
            </a:r>
          </a:p>
          <a:p>
            <a:pPr algn="ctr"/>
            <a:r>
              <a:rPr lang="es-PE" b="1" dirty="0"/>
              <a:t>duración de {{HORAS_ACADEMICAS}} horas lectivas y {{CREDITOS_ACADEMICOS}} créditos Académicos.</a:t>
            </a:r>
          </a:p>
          <a:p>
            <a:pPr algn="ctr"/>
            <a:r>
              <a:rPr lang="es-PE" b="1" dirty="0"/>
              <a:t>Por tanto, se expide el presente Certificado, otorgándole los</a:t>
            </a:r>
          </a:p>
          <a:p>
            <a:pPr algn="ctr"/>
            <a:r>
              <a:rPr lang="es-PE" b="1" dirty="0"/>
              <a:t>privilegios y consideraciones que le corresponden.</a:t>
            </a:r>
          </a:p>
          <a:p>
            <a:pPr algn="ctr"/>
            <a:endParaRPr lang="es-PE" sz="400" b="1" dirty="0"/>
          </a:p>
          <a:p>
            <a:pPr algn="ctr"/>
            <a:r>
              <a:rPr lang="es-PE" b="1"/>
              <a:t>                                                                                                            {{CIUDAD}}, </a:t>
            </a:r>
            <a:r>
              <a:rPr lang="es-PE" b="1" dirty="0"/>
              <a:t>{{FECHA_EMISION_LARGA}}</a:t>
            </a:r>
          </a:p>
        </p:txBody>
      </p:sp>
    </p:spTree>
    <p:extLst>
      <p:ext uri="{BB962C8B-B14F-4D97-AF65-F5344CB8AC3E}">
        <p14:creationId xmlns:p14="http://schemas.microsoft.com/office/powerpoint/2010/main" val="1635965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D54F-C427-2E75-E004-299324F93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31">
            <a:extLst>
              <a:ext uri="{FF2B5EF4-FFF2-40B4-BE49-F238E27FC236}">
                <a16:creationId xmlns:a16="http://schemas.microsoft.com/office/drawing/2014/main" id="{C5DADC49-6FE7-C225-3327-419CF302F4A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678074" y="1071736"/>
            <a:ext cx="6460361" cy="5293895"/>
          </a:xfrm>
          <a:prstGeom prst="rect">
            <a:avLst/>
          </a:prstGeom>
        </p:spPr>
      </p:pic>
      <p:sp>
        <p:nvSpPr>
          <p:cNvPr id="6" name="Placa 5">
            <a:extLst>
              <a:ext uri="{FF2B5EF4-FFF2-40B4-BE49-F238E27FC236}">
                <a16:creationId xmlns:a16="http://schemas.microsoft.com/office/drawing/2014/main" id="{67915064-4DAF-ED9F-6835-944E37B32096}"/>
              </a:ext>
            </a:extLst>
          </p:cNvPr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B944E0CD-62BE-33E6-5F65-502BDB2F4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613578"/>
              </p:ext>
            </p:extLst>
          </p:nvPr>
        </p:nvGraphicFramePr>
        <p:xfrm>
          <a:off x="242508" y="2173952"/>
          <a:ext cx="3034092" cy="182068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92344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2041748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641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LIBRO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FOLIO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{{FOLIO_NUMERO}} –</a:t>
                      </a:r>
                      <a:r>
                        <a:rPr lang="es-PE" sz="1050" baseline="0" dirty="0"/>
                        <a:t> </a:t>
                      </a:r>
                      <a:r>
                        <a:rPr lang="es-PE" sz="1050" dirty="0"/>
                        <a:t>CAC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FECHA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{{FECHA_EMISION_CORTA}}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FIRMA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grpSp>
        <p:nvGrpSpPr>
          <p:cNvPr id="16" name="Grupo 15">
            <a:extLst>
              <a:ext uri="{FF2B5EF4-FFF2-40B4-BE49-F238E27FC236}">
                <a16:creationId xmlns:a16="http://schemas.microsoft.com/office/drawing/2014/main" id="{32639223-9EBE-C60B-95DE-B5841D8706FB}"/>
              </a:ext>
            </a:extLst>
          </p:cNvPr>
          <p:cNvGrpSpPr/>
          <p:nvPr/>
        </p:nvGrpSpPr>
        <p:grpSpPr>
          <a:xfrm>
            <a:off x="611025" y="6123667"/>
            <a:ext cx="2297657" cy="437033"/>
            <a:chOff x="4281274" y="8807352"/>
            <a:chExt cx="2297657" cy="437033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686E3E86-9A63-BC3D-CEEF-A6BFE2EA8C25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734772C3-D65F-9EEC-AA63-4F44FA85AB59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3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A81B7CB1-8F7F-EA8F-9B17-7578C3433005}"/>
              </a:ext>
            </a:extLst>
          </p:cNvPr>
          <p:cNvGraphicFramePr>
            <a:graphicFrameLocks noGrp="1"/>
          </p:cNvGraphicFramePr>
          <p:nvPr/>
        </p:nvGraphicFramePr>
        <p:xfrm>
          <a:off x="3329941" y="1604300"/>
          <a:ext cx="6297399" cy="4346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297399">
                  <a:extLst>
                    <a:ext uri="{9D8B030D-6E8A-4147-A177-3AD203B41FA5}">
                      <a16:colId xmlns:a16="http://schemas.microsoft.com/office/drawing/2014/main" val="335546556"/>
                    </a:ext>
                  </a:extLst>
                </a:gridCol>
              </a:tblGrid>
              <a:tr h="308522">
                <a:tc>
                  <a:txBody>
                    <a:bodyPr/>
                    <a:lstStyle/>
                    <a:p>
                      <a:pPr algn="ctr"/>
                      <a:r>
                        <a:rPr lang="es-PE" sz="1600" u="none" dirty="0"/>
                        <a:t>TEMARIO</a:t>
                      </a:r>
                      <a:endParaRPr lang="es-PE" sz="1600" u="none" baseline="0" dirty="0">
                        <a:latin typeface="Arial Black" panose="020B0A04020102020204" pitchFamily="34" charset="0"/>
                      </a:endParaRPr>
                    </a:p>
                  </a:txBody>
                  <a:tcPr marL="190782" marR="190782" marT="95391" marB="95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874865"/>
                  </a:ext>
                </a:extLst>
              </a:tr>
            </a:tbl>
          </a:graphicData>
        </a:graphic>
      </p:graphicFrame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2BEFD275-6BE4-1317-B22B-C737F9F62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758233"/>
              </p:ext>
            </p:extLst>
          </p:nvPr>
        </p:nvGraphicFramePr>
        <p:xfrm>
          <a:off x="3329941" y="2029129"/>
          <a:ext cx="6297400" cy="164668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15911">
                  <a:extLst>
                    <a:ext uri="{9D8B030D-6E8A-4147-A177-3AD203B41FA5}">
                      <a16:colId xmlns:a16="http://schemas.microsoft.com/office/drawing/2014/main" val="3108834388"/>
                    </a:ext>
                  </a:extLst>
                </a:gridCol>
                <a:gridCol w="3481489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</a:tblGrid>
              <a:tr h="269517">
                <a:tc>
                  <a:txBody>
                    <a:bodyPr/>
                    <a:lstStyle/>
                    <a:p>
                      <a:pPr algn="ctr"/>
                      <a:r>
                        <a:rPr lang="es-PE" sz="1120" b="0" dirty="0"/>
                        <a:t>MÓDULO</a:t>
                      </a:r>
                      <a:r>
                        <a:rPr lang="es-PE" sz="1120" b="0" baseline="0" dirty="0"/>
                        <a:t> I</a:t>
                      </a:r>
                      <a:endParaRPr lang="en-US" sz="112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dirty="0"/>
                        <a:t>{{MODULO_1}}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algn="ctr"/>
                      <a:r>
                        <a:rPr lang="es-PE" sz="1120" b="0" dirty="0"/>
                        <a:t>MÓDULO</a:t>
                      </a:r>
                      <a:r>
                        <a:rPr lang="es-PE" sz="1120" b="0" baseline="0" dirty="0"/>
                        <a:t> II</a:t>
                      </a:r>
                      <a:endParaRPr lang="en-US" sz="112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dirty="0"/>
                        <a:t>{{MODULO_2}}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52981"/>
                  </a:ext>
                </a:extLst>
              </a:tr>
              <a:tr h="449195">
                <a:tc>
                  <a:txBody>
                    <a:bodyPr/>
                    <a:lstStyle/>
                    <a:p>
                      <a:pPr algn="ctr"/>
                      <a:r>
                        <a:rPr lang="es-PE" sz="1120" b="0" dirty="0"/>
                        <a:t>MÓDULO</a:t>
                      </a:r>
                      <a:r>
                        <a:rPr lang="es-PE" sz="1120" b="0" baseline="0" dirty="0"/>
                        <a:t> III</a:t>
                      </a:r>
                      <a:endParaRPr lang="en-US" sz="112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0" i="0" dirty="0"/>
                        <a:t>{{MODULO_3}}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01331"/>
                  </a:ext>
                </a:extLst>
              </a:tr>
              <a:tr h="294109">
                <a:tc>
                  <a:txBody>
                    <a:bodyPr/>
                    <a:lstStyle/>
                    <a:p>
                      <a:pPr algn="ctr"/>
                      <a:r>
                        <a:rPr lang="es-PE" sz="1120" b="0" dirty="0"/>
                        <a:t>MÓDULO IV</a:t>
                      </a:r>
                      <a:endParaRPr lang="en-US" sz="112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b="0" i="0" dirty="0"/>
                        <a:t>{{MODULO_4}}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531471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algn="ctr"/>
                      <a:r>
                        <a:rPr lang="es-PE" sz="1120" b="0" dirty="0"/>
                        <a:t>MÓDULO</a:t>
                      </a:r>
                      <a:r>
                        <a:rPr lang="es-PE" sz="1120" b="0" baseline="0" dirty="0"/>
                        <a:t> V</a:t>
                      </a:r>
                      <a:endParaRPr lang="en-US" sz="112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b="0" i="0" dirty="0"/>
                        <a:t>{{MODULO_5}}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236312"/>
                  </a:ext>
                </a:extLst>
              </a:tr>
            </a:tbl>
          </a:graphicData>
        </a:graphic>
      </p:graphicFrame>
      <p:pic>
        <p:nvPicPr>
          <p:cNvPr id="17" name="Imagen 16">
            <a:extLst>
              <a:ext uri="{FF2B5EF4-FFF2-40B4-BE49-F238E27FC236}">
                <a16:creationId xmlns:a16="http://schemas.microsoft.com/office/drawing/2014/main" id="{E10ABB14-2BAE-E5E0-36BD-E947986DA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92" y="228977"/>
            <a:ext cx="2957853" cy="758326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4B45ADB4-94CF-66E2-CD1B-040B6FE98A48}"/>
              </a:ext>
            </a:extLst>
          </p:cNvPr>
          <p:cNvSpPr txBox="1"/>
          <p:nvPr/>
        </p:nvSpPr>
        <p:spPr>
          <a:xfrm>
            <a:off x="6650850" y="96785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4" name="Picture 2" descr="Colegio de Abogados del Callao">
            <a:extLst>
              <a:ext uri="{FF2B5EF4-FFF2-40B4-BE49-F238E27FC236}">
                <a16:creationId xmlns:a16="http://schemas.microsoft.com/office/drawing/2014/main" id="{3AF6AFE4-7D0A-D32B-58B1-268A65A4BB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8929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623"/>
          <a:stretch/>
        </p:blipFill>
        <p:spPr bwMode="auto">
          <a:xfrm>
            <a:off x="562598" y="365348"/>
            <a:ext cx="808292" cy="75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C3E41BDB-8304-4737-4DBB-1D53FE3A6A07}"/>
              </a:ext>
            </a:extLst>
          </p:cNvPr>
          <p:cNvSpPr txBox="1"/>
          <p:nvPr/>
        </p:nvSpPr>
        <p:spPr>
          <a:xfrm>
            <a:off x="782886" y="1090486"/>
            <a:ext cx="17256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300" b="1" dirty="0"/>
              <a:t>R.D N° 321-2025 - CAC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CC83CCE5-0760-FCA4-6B75-08CAE27748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4" y="152787"/>
            <a:ext cx="1329171" cy="132917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0338C6F-31F6-8BB3-8CB7-A16C340500E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4802"/>
          <a:stretch/>
        </p:blipFill>
        <p:spPr>
          <a:xfrm>
            <a:off x="1497313" y="3670820"/>
            <a:ext cx="408860" cy="285334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73FC219E-6E54-02C6-2D68-ED6FE3FBB5EC}"/>
              </a:ext>
            </a:extLst>
          </p:cNvPr>
          <p:cNvSpPr txBox="1"/>
          <p:nvPr/>
        </p:nvSpPr>
        <p:spPr>
          <a:xfrm>
            <a:off x="1490295" y="4448980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{{QR_CODE}}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E4DB7B2-85EA-CEF4-43B7-5587B85CF4C9}"/>
              </a:ext>
            </a:extLst>
          </p:cNvPr>
          <p:cNvSpPr/>
          <p:nvPr/>
        </p:nvSpPr>
        <p:spPr>
          <a:xfrm>
            <a:off x="684240" y="5727842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algn="ctr">
              <a:spcBef>
                <a:spcPts val="59"/>
              </a:spcBef>
            </a:pPr>
            <a:r>
              <a:rPr lang="en-US" sz="800" b="1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  <a:endParaRPr lang="en-US" sz="8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6B87B9E-0BF3-8A66-E512-7E11C696F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930457"/>
              </p:ext>
            </p:extLst>
          </p:nvPr>
        </p:nvGraphicFramePr>
        <p:xfrm>
          <a:off x="242508" y="4049111"/>
          <a:ext cx="3034092" cy="336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6275">
                  <a:extLst>
                    <a:ext uri="{9D8B030D-6E8A-4147-A177-3AD203B41FA5}">
                      <a16:colId xmlns:a16="http://schemas.microsoft.com/office/drawing/2014/main" val="2813972394"/>
                    </a:ext>
                  </a:extLst>
                </a:gridCol>
                <a:gridCol w="1097817">
                  <a:extLst>
                    <a:ext uri="{9D8B030D-6E8A-4147-A177-3AD203B41FA5}">
                      <a16:colId xmlns:a16="http://schemas.microsoft.com/office/drawing/2014/main" val="1981345291"/>
                    </a:ext>
                  </a:extLst>
                </a:gridCol>
              </a:tblGrid>
              <a:tr h="336094">
                <a:tc>
                  <a:txBody>
                    <a:bodyPr/>
                    <a:lstStyle/>
                    <a:p>
                      <a:r>
                        <a:rPr lang="es-PE" sz="1400" b="1" dirty="0"/>
                        <a:t> </a:t>
                      </a:r>
                      <a:r>
                        <a:rPr lang="es-PE" sz="1100" b="1" dirty="0"/>
                        <a:t>CALIFICACIÓN :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500" dirty="0"/>
                        <a:t>19</a:t>
                      </a:r>
                      <a:endParaRPr 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351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7171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200071</TotalTime>
  <Words>239</Words>
  <Application>Microsoft Office PowerPoint</Application>
  <PresentationFormat>A4 (210 x 297 mm)</PresentationFormat>
  <Paragraphs>49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5" baseType="lpstr">
      <vt:lpstr>Algerian</vt:lpstr>
      <vt:lpstr>Arial</vt:lpstr>
      <vt:lpstr>Arial Black</vt:lpstr>
      <vt:lpstr>Arial Rounded MT Bold</vt:lpstr>
      <vt:lpstr>Bernard MT Condensed</vt:lpstr>
      <vt:lpstr>Bodoni Bd BT</vt:lpstr>
      <vt:lpstr>Britannic Bold</vt:lpstr>
      <vt:lpstr>Calibri</vt:lpstr>
      <vt:lpstr>Calibri Light</vt:lpstr>
      <vt:lpstr>Century Gothic</vt:lpstr>
      <vt:lpstr>Franklin Gothic Demi Cond</vt:lpstr>
      <vt:lpstr>Times New Roman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Benjamín de Jesús Cueva Niño de Guzmán</cp:lastModifiedBy>
  <cp:revision>608</cp:revision>
  <cp:lastPrinted>2026-01-10T00:10:26Z</cp:lastPrinted>
  <dcterms:created xsi:type="dcterms:W3CDTF">2021-04-21T14:50:50Z</dcterms:created>
  <dcterms:modified xsi:type="dcterms:W3CDTF">2026-06-08T04:13:46Z</dcterms:modified>
</cp:coreProperties>
</file>